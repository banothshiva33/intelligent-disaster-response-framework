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77" r:id="rId4"/>
    <p:sldId id="258" r:id="rId6"/>
    <p:sldId id="267" r:id="rId7"/>
    <p:sldId id="259" r:id="rId8"/>
    <p:sldId id="260" r:id="rId9"/>
    <p:sldId id="261" r:id="rId10"/>
    <p:sldId id="272" r:id="rId11"/>
    <p:sldId id="264" r:id="rId12"/>
    <p:sldId id="265" r:id="rId13"/>
    <p:sldId id="274" r:id="rId14"/>
    <p:sldId id="26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5" d="100"/>
          <a:sy n="75" d="100"/>
        </p:scale>
        <p:origin x="647" y="7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0AFC6C-A26A-44D3-A05C-91B2DA6A21DD}"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D9F762-C836-435F-BDEA-927BFA9C0A85}"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73575" y="4686475"/>
            <a:ext cx="5388600" cy="44398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82" name="Google Shape;82;p1: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246DAB4-64D8-47E1-86DF-DDDBF407C83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B65B4-F627-48A4-BDD7-73C74112FD6B}"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6246DAB4-64D8-47E1-86DF-DDDBF407C83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B65B4-F627-48A4-BDD7-73C74112FD6B}"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246DAB4-64D8-47E1-86DF-DDDBF407C83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B65B4-F627-48A4-BDD7-73C74112FD6B}"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6246DAB4-64D8-47E1-86DF-DDDBF407C837}"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8B65B4-F627-48A4-BDD7-73C74112FD6B}"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6246DAB4-64D8-47E1-86DF-DDDBF407C837}"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A8B65B4-F627-48A4-BDD7-73C74112FD6B}"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246DAB4-64D8-47E1-86DF-DDDBF407C837}"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A8B65B4-F627-48A4-BDD7-73C74112FD6B}"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46DAB4-64D8-47E1-86DF-DDDBF407C837}"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A8B65B4-F627-48A4-BDD7-73C74112FD6B}"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246DAB4-64D8-47E1-86DF-DDDBF407C837}"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8B65B4-F627-48A4-BDD7-73C74112FD6B}"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246DAB4-64D8-47E1-86DF-DDDBF407C837}"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8B65B4-F627-48A4-BDD7-73C74112FD6B}"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6246DAB4-64D8-47E1-86DF-DDDBF407C83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B65B4-F627-48A4-BDD7-73C74112FD6B}"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6246DAB4-64D8-47E1-86DF-DDDBF407C83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B65B4-F627-48A4-BDD7-73C74112FD6B}" type="slidenum">
              <a:rPr lang="en-IN" smtClean="0"/>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matchingName="Title Slide">
  <p:cSld name="Title Slide">
    <p:spTree>
      <p:nvGrpSpPr>
        <p:cNvPr id="1" name="Shape 11"/>
        <p:cNvGrpSpPr/>
        <p:nvPr/>
      </p:nvGrpSpPr>
      <p:grpSpPr>
        <a:xfrm>
          <a:off x="0" y="0"/>
          <a:ext cx="0" cy="0"/>
          <a:chOff x="0" y="0"/>
          <a:chExt cx="0" cy="0"/>
        </a:xfrm>
      </p:grpSpPr>
      <p:sp>
        <p:nvSpPr>
          <p:cNvPr id="12" name="Google Shape;12;p5"/>
          <p:cNvSpPr txBox="1">
            <a:spLocks noGrp="1"/>
          </p:cNvSpPr>
          <p:nvPr>
            <p:ph type="ctrTitle"/>
          </p:nvPr>
        </p:nvSpPr>
        <p:spPr>
          <a:xfrm>
            <a:off x="914400" y="2130427"/>
            <a:ext cx="10363200" cy="1470025"/>
          </a:xfrm>
          <a:prstGeom prst="rect">
            <a:avLst/>
          </a:prstGeom>
          <a:noFill/>
          <a:ln>
            <a:noFill/>
          </a:ln>
        </p:spPr>
        <p:txBody>
          <a:bodyPr spcFirstLastPara="1" wrap="square" lIns="81025" tIns="40500" rIns="81025" bIns="405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5"/>
          <p:cNvSpPr txBox="1">
            <a:spLocks noGrp="1"/>
          </p:cNvSpPr>
          <p:nvPr>
            <p:ph type="subTitle" idx="1"/>
          </p:nvPr>
        </p:nvSpPr>
        <p:spPr>
          <a:xfrm>
            <a:off x="1828800" y="3886200"/>
            <a:ext cx="8534400" cy="1752600"/>
          </a:xfrm>
          <a:prstGeom prst="rect">
            <a:avLst/>
          </a:prstGeom>
          <a:noFill/>
          <a:ln>
            <a:noFill/>
          </a:ln>
        </p:spPr>
        <p:txBody>
          <a:bodyPr spcFirstLastPara="1" wrap="square" lIns="81025" tIns="40500" rIns="81025" bIns="40500" anchor="t" anchorCtr="0">
            <a:normAutofit/>
          </a:bodyPr>
          <a:lstStyle>
            <a:lvl1pPr lvl="0" algn="ctr">
              <a:lnSpc>
                <a:spcPct val="100000"/>
              </a:lnSpc>
              <a:spcBef>
                <a:spcPts val="670"/>
              </a:spcBef>
              <a:spcAft>
                <a:spcPts val="0"/>
              </a:spcAft>
              <a:buClr>
                <a:srgbClr val="888888"/>
              </a:buClr>
              <a:buSzPts val="3360"/>
              <a:buNone/>
              <a:defRPr>
                <a:solidFill>
                  <a:srgbClr val="888888"/>
                </a:solidFill>
              </a:defRPr>
            </a:lvl1pPr>
            <a:lvl2pPr lvl="1" algn="ctr">
              <a:lnSpc>
                <a:spcPct val="100000"/>
              </a:lnSpc>
              <a:spcBef>
                <a:spcPts val="600"/>
              </a:spcBef>
              <a:spcAft>
                <a:spcPts val="0"/>
              </a:spcAft>
              <a:buClr>
                <a:srgbClr val="888888"/>
              </a:buClr>
              <a:buSzPts val="3000"/>
              <a:buNone/>
              <a:defRPr>
                <a:solidFill>
                  <a:srgbClr val="888888"/>
                </a:solidFill>
              </a:defRPr>
            </a:lvl2pPr>
            <a:lvl3pPr lvl="2" algn="ctr">
              <a:lnSpc>
                <a:spcPct val="100000"/>
              </a:lnSpc>
              <a:spcBef>
                <a:spcPts val="505"/>
              </a:spcBef>
              <a:spcAft>
                <a:spcPts val="0"/>
              </a:spcAft>
              <a:buClr>
                <a:srgbClr val="888888"/>
              </a:buClr>
              <a:buSzPts val="2520"/>
              <a:buNone/>
              <a:defRPr>
                <a:solidFill>
                  <a:srgbClr val="888888"/>
                </a:solidFill>
              </a:defRPr>
            </a:lvl3pPr>
            <a:lvl4pPr lvl="3" algn="ctr">
              <a:lnSpc>
                <a:spcPct val="100000"/>
              </a:lnSpc>
              <a:spcBef>
                <a:spcPts val="430"/>
              </a:spcBef>
              <a:spcAft>
                <a:spcPts val="0"/>
              </a:spcAft>
              <a:buClr>
                <a:srgbClr val="888888"/>
              </a:buClr>
              <a:buSzPts val="2160"/>
              <a:buNone/>
              <a:defRPr>
                <a:solidFill>
                  <a:srgbClr val="888888"/>
                </a:solidFill>
              </a:defRPr>
            </a:lvl4pPr>
            <a:lvl5pPr lvl="4" algn="ctr">
              <a:lnSpc>
                <a:spcPct val="100000"/>
              </a:lnSpc>
              <a:spcBef>
                <a:spcPts val="430"/>
              </a:spcBef>
              <a:spcAft>
                <a:spcPts val="0"/>
              </a:spcAft>
              <a:buClr>
                <a:srgbClr val="888888"/>
              </a:buClr>
              <a:buSzPts val="2160"/>
              <a:buNone/>
              <a:defRPr>
                <a:solidFill>
                  <a:srgbClr val="888888"/>
                </a:solidFill>
              </a:defRPr>
            </a:lvl5pPr>
            <a:lvl6pPr lvl="5" algn="ctr">
              <a:lnSpc>
                <a:spcPct val="100000"/>
              </a:lnSpc>
              <a:spcBef>
                <a:spcPts val="430"/>
              </a:spcBef>
              <a:spcAft>
                <a:spcPts val="0"/>
              </a:spcAft>
              <a:buClr>
                <a:srgbClr val="888888"/>
              </a:buClr>
              <a:buSzPts val="2160"/>
              <a:buNone/>
              <a:defRPr>
                <a:solidFill>
                  <a:srgbClr val="888888"/>
                </a:solidFill>
              </a:defRPr>
            </a:lvl6pPr>
            <a:lvl7pPr lvl="6" algn="ctr">
              <a:lnSpc>
                <a:spcPct val="100000"/>
              </a:lnSpc>
              <a:spcBef>
                <a:spcPts val="430"/>
              </a:spcBef>
              <a:spcAft>
                <a:spcPts val="0"/>
              </a:spcAft>
              <a:buClr>
                <a:srgbClr val="888888"/>
              </a:buClr>
              <a:buSzPts val="2160"/>
              <a:buNone/>
              <a:defRPr>
                <a:solidFill>
                  <a:srgbClr val="888888"/>
                </a:solidFill>
              </a:defRPr>
            </a:lvl7pPr>
            <a:lvl8pPr lvl="7" algn="ctr">
              <a:lnSpc>
                <a:spcPct val="100000"/>
              </a:lnSpc>
              <a:spcBef>
                <a:spcPts val="430"/>
              </a:spcBef>
              <a:spcAft>
                <a:spcPts val="0"/>
              </a:spcAft>
              <a:buClr>
                <a:srgbClr val="888888"/>
              </a:buClr>
              <a:buSzPts val="2160"/>
              <a:buNone/>
              <a:defRPr>
                <a:solidFill>
                  <a:srgbClr val="888888"/>
                </a:solidFill>
              </a:defRPr>
            </a:lvl8pPr>
            <a:lvl9pPr lvl="8" algn="ctr">
              <a:lnSpc>
                <a:spcPct val="100000"/>
              </a:lnSpc>
              <a:spcBef>
                <a:spcPts val="430"/>
              </a:spcBef>
              <a:spcAft>
                <a:spcPts val="0"/>
              </a:spcAft>
              <a:buClr>
                <a:srgbClr val="888888"/>
              </a:buClr>
              <a:buSzPts val="2160"/>
              <a:buNone/>
              <a:defRPr>
                <a:solidFill>
                  <a:srgbClr val="888888"/>
                </a:solidFill>
              </a:defRPr>
            </a:lvl9pPr>
          </a:lstStyle>
          <a:p/>
        </p:txBody>
      </p:sp>
      <p:sp>
        <p:nvSpPr>
          <p:cNvPr id="14" name="Google Shape;14;p5"/>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5"/>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5"/>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matchingName="Comparison">
  <p:cSld name="Comparison">
    <p:spTree>
      <p:nvGrpSpPr>
        <p:cNvPr id="1" name="Shape 23"/>
        <p:cNvGrpSpPr/>
        <p:nvPr/>
      </p:nvGrpSpPr>
      <p:grpSpPr>
        <a:xfrm>
          <a:off x="0" y="0"/>
          <a:ext cx="0" cy="0"/>
          <a:chOff x="0" y="0"/>
          <a:chExt cx="0" cy="0"/>
        </a:xfrm>
      </p:grpSpPr>
      <p:sp>
        <p:nvSpPr>
          <p:cNvPr id="24" name="Google Shape;24;p43"/>
          <p:cNvSpPr txBox="1">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chorCtr="0">
            <a:normAutofit/>
          </a:bodyPr>
          <a:lstStyle>
            <a:lvl1pPr lvl="0" algn="ctr">
              <a:lnSpc>
                <a:spcPct val="100000"/>
              </a:lnSpc>
              <a:spcBef>
                <a:spcPts val="0"/>
              </a:spcBef>
              <a:spcAft>
                <a:spcPts val="0"/>
              </a:spcAft>
              <a:buSzPts val="468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3"/>
          <p:cNvSpPr txBox="1">
            <a:spLocks noGrp="1"/>
          </p:cNvSpPr>
          <p:nvPr>
            <p:ph type="body" idx="1"/>
          </p:nvPr>
        </p:nvSpPr>
        <p:spPr>
          <a:xfrm>
            <a:off x="609600" y="1535113"/>
            <a:ext cx="5386917" cy="639762"/>
          </a:xfrm>
          <a:prstGeom prst="rect">
            <a:avLst/>
          </a:prstGeom>
          <a:noFill/>
          <a:ln>
            <a:noFill/>
          </a:ln>
        </p:spPr>
        <p:txBody>
          <a:bodyPr spcFirstLastPara="1" wrap="square" lIns="81025" tIns="40500" rIns="81025" bIns="40500" anchor="b" anchorCtr="0">
            <a:normAutofit/>
          </a:bodyPr>
          <a:lstStyle>
            <a:lvl1pPr marL="457200" lvl="0" indent="-228600" algn="l">
              <a:lnSpc>
                <a:spcPct val="100000"/>
              </a:lnSpc>
              <a:spcBef>
                <a:spcPts val="670"/>
              </a:spcBef>
              <a:spcAft>
                <a:spcPts val="0"/>
              </a:spcAft>
              <a:buSzPts val="3360"/>
              <a:buNone/>
              <a:defRPr sz="2400" b="1"/>
            </a:lvl1pPr>
            <a:lvl2pPr marL="914400" lvl="1" indent="-228600" algn="l">
              <a:lnSpc>
                <a:spcPct val="100000"/>
              </a:lnSpc>
              <a:spcBef>
                <a:spcPts val="600"/>
              </a:spcBef>
              <a:spcAft>
                <a:spcPts val="0"/>
              </a:spcAft>
              <a:buSzPts val="3000"/>
              <a:buNone/>
              <a:defRPr sz="2000" b="1"/>
            </a:lvl2pPr>
            <a:lvl3pPr marL="1371600" lvl="2" indent="-228600" algn="l">
              <a:lnSpc>
                <a:spcPct val="100000"/>
              </a:lnSpc>
              <a:spcBef>
                <a:spcPts val="505"/>
              </a:spcBef>
              <a:spcAft>
                <a:spcPts val="0"/>
              </a:spcAft>
              <a:buSzPts val="2520"/>
              <a:buNone/>
              <a:defRPr sz="1800" b="1"/>
            </a:lvl3pPr>
            <a:lvl4pPr marL="1828800" lvl="3" indent="-228600" algn="l">
              <a:lnSpc>
                <a:spcPct val="100000"/>
              </a:lnSpc>
              <a:spcBef>
                <a:spcPts val="430"/>
              </a:spcBef>
              <a:spcAft>
                <a:spcPts val="0"/>
              </a:spcAft>
              <a:buSzPts val="2160"/>
              <a:buNone/>
              <a:defRPr sz="1600" b="1"/>
            </a:lvl4pPr>
            <a:lvl5pPr marL="2286000" lvl="4" indent="-228600" algn="l">
              <a:lnSpc>
                <a:spcPct val="100000"/>
              </a:lnSpc>
              <a:spcBef>
                <a:spcPts val="430"/>
              </a:spcBef>
              <a:spcAft>
                <a:spcPts val="0"/>
              </a:spcAft>
              <a:buSzPts val="2160"/>
              <a:buNone/>
              <a:defRPr sz="1600" b="1"/>
            </a:lvl5pPr>
            <a:lvl6pPr marL="2743200" lvl="5" indent="-228600" algn="l">
              <a:lnSpc>
                <a:spcPct val="100000"/>
              </a:lnSpc>
              <a:spcBef>
                <a:spcPts val="430"/>
              </a:spcBef>
              <a:spcAft>
                <a:spcPts val="0"/>
              </a:spcAft>
              <a:buSzPts val="2160"/>
              <a:buNone/>
              <a:defRPr sz="1600" b="1"/>
            </a:lvl6pPr>
            <a:lvl7pPr marL="3200400" lvl="6" indent="-228600" algn="l">
              <a:lnSpc>
                <a:spcPct val="100000"/>
              </a:lnSpc>
              <a:spcBef>
                <a:spcPts val="430"/>
              </a:spcBef>
              <a:spcAft>
                <a:spcPts val="0"/>
              </a:spcAft>
              <a:buSzPts val="2160"/>
              <a:buNone/>
              <a:defRPr sz="1600" b="1"/>
            </a:lvl7pPr>
            <a:lvl8pPr marL="3657600" lvl="7" indent="-228600" algn="l">
              <a:lnSpc>
                <a:spcPct val="100000"/>
              </a:lnSpc>
              <a:spcBef>
                <a:spcPts val="430"/>
              </a:spcBef>
              <a:spcAft>
                <a:spcPts val="0"/>
              </a:spcAft>
              <a:buSzPts val="2160"/>
              <a:buNone/>
              <a:defRPr sz="1600" b="1"/>
            </a:lvl8pPr>
            <a:lvl9pPr marL="4114800" lvl="8" indent="-228600" algn="l">
              <a:lnSpc>
                <a:spcPct val="100000"/>
              </a:lnSpc>
              <a:spcBef>
                <a:spcPts val="430"/>
              </a:spcBef>
              <a:spcAft>
                <a:spcPts val="0"/>
              </a:spcAft>
              <a:buSzPts val="2160"/>
              <a:buNone/>
              <a:defRPr sz="1600" b="1"/>
            </a:lvl9pPr>
          </a:lstStyle>
          <a:p/>
        </p:txBody>
      </p:sp>
      <p:sp>
        <p:nvSpPr>
          <p:cNvPr id="26" name="Google Shape;26;p43"/>
          <p:cNvSpPr txBox="1">
            <a:spLocks noGrp="1"/>
          </p:cNvSpPr>
          <p:nvPr>
            <p:ph type="body" idx="2"/>
          </p:nvPr>
        </p:nvSpPr>
        <p:spPr>
          <a:xfrm>
            <a:off x="609600" y="2174875"/>
            <a:ext cx="5386917" cy="3951288"/>
          </a:xfrm>
          <a:prstGeom prst="rect">
            <a:avLst/>
          </a:prstGeom>
          <a:noFill/>
          <a:ln>
            <a:noFill/>
          </a:ln>
        </p:spPr>
        <p:txBody>
          <a:bodyPr spcFirstLastPara="1" wrap="square" lIns="81025" tIns="40500" rIns="81025" bIns="40500" anchor="t" anchorCtr="0">
            <a:normAutofit/>
          </a:bodyPr>
          <a:lstStyle>
            <a:lvl1pPr marL="457200" lvl="0" indent="-441960" algn="l">
              <a:lnSpc>
                <a:spcPct val="100000"/>
              </a:lnSpc>
              <a:spcBef>
                <a:spcPts val="670"/>
              </a:spcBef>
              <a:spcAft>
                <a:spcPts val="0"/>
              </a:spcAft>
              <a:buSzPts val="3360"/>
              <a:buChar char="•"/>
              <a:defRPr sz="2400"/>
            </a:lvl1pPr>
            <a:lvl2pPr marL="914400" lvl="1" indent="-419100" algn="l">
              <a:lnSpc>
                <a:spcPct val="100000"/>
              </a:lnSpc>
              <a:spcBef>
                <a:spcPts val="600"/>
              </a:spcBef>
              <a:spcAft>
                <a:spcPts val="0"/>
              </a:spcAft>
              <a:buSzPts val="3000"/>
              <a:buChar char="–"/>
              <a:defRPr sz="2000"/>
            </a:lvl2pPr>
            <a:lvl3pPr marL="1371600" lvl="2" indent="-388620" algn="l">
              <a:lnSpc>
                <a:spcPct val="100000"/>
              </a:lnSpc>
              <a:spcBef>
                <a:spcPts val="505"/>
              </a:spcBef>
              <a:spcAft>
                <a:spcPts val="0"/>
              </a:spcAft>
              <a:buSzPts val="2520"/>
              <a:buChar char="•"/>
              <a:defRPr sz="1800"/>
            </a:lvl3pPr>
            <a:lvl4pPr marL="1828800" lvl="3" indent="-365760" algn="l">
              <a:lnSpc>
                <a:spcPct val="100000"/>
              </a:lnSpc>
              <a:spcBef>
                <a:spcPts val="430"/>
              </a:spcBef>
              <a:spcAft>
                <a:spcPts val="0"/>
              </a:spcAft>
              <a:buSzPts val="2160"/>
              <a:buChar char="–"/>
              <a:defRPr sz="1600"/>
            </a:lvl4pPr>
            <a:lvl5pPr marL="2286000" lvl="4" indent="-365760" algn="l">
              <a:lnSpc>
                <a:spcPct val="100000"/>
              </a:lnSpc>
              <a:spcBef>
                <a:spcPts val="430"/>
              </a:spcBef>
              <a:spcAft>
                <a:spcPts val="0"/>
              </a:spcAft>
              <a:buSzPts val="2160"/>
              <a:buChar char="»"/>
              <a:defRPr sz="1600"/>
            </a:lvl5pPr>
            <a:lvl6pPr marL="2743200" lvl="5" indent="-365760" algn="l">
              <a:lnSpc>
                <a:spcPct val="100000"/>
              </a:lnSpc>
              <a:spcBef>
                <a:spcPts val="430"/>
              </a:spcBef>
              <a:spcAft>
                <a:spcPts val="0"/>
              </a:spcAft>
              <a:buSzPts val="2160"/>
              <a:buChar char="•"/>
              <a:defRPr sz="1600"/>
            </a:lvl6pPr>
            <a:lvl7pPr marL="3200400" lvl="6" indent="-365760" algn="l">
              <a:lnSpc>
                <a:spcPct val="100000"/>
              </a:lnSpc>
              <a:spcBef>
                <a:spcPts val="430"/>
              </a:spcBef>
              <a:spcAft>
                <a:spcPts val="0"/>
              </a:spcAft>
              <a:buSzPts val="2160"/>
              <a:buChar char="•"/>
              <a:defRPr sz="1600"/>
            </a:lvl7pPr>
            <a:lvl8pPr marL="3657600" lvl="7" indent="-365760" algn="l">
              <a:lnSpc>
                <a:spcPct val="100000"/>
              </a:lnSpc>
              <a:spcBef>
                <a:spcPts val="430"/>
              </a:spcBef>
              <a:spcAft>
                <a:spcPts val="0"/>
              </a:spcAft>
              <a:buSzPts val="2160"/>
              <a:buChar char="•"/>
              <a:defRPr sz="1600"/>
            </a:lvl8pPr>
            <a:lvl9pPr marL="4114800" lvl="8" indent="-365760" algn="l">
              <a:lnSpc>
                <a:spcPct val="100000"/>
              </a:lnSpc>
              <a:spcBef>
                <a:spcPts val="430"/>
              </a:spcBef>
              <a:spcAft>
                <a:spcPts val="0"/>
              </a:spcAft>
              <a:buSzPts val="2160"/>
              <a:buChar char="•"/>
              <a:defRPr sz="1600"/>
            </a:lvl9pPr>
          </a:lstStyle>
          <a:p/>
        </p:txBody>
      </p:sp>
      <p:sp>
        <p:nvSpPr>
          <p:cNvPr id="27" name="Google Shape;27;p43"/>
          <p:cNvSpPr txBox="1">
            <a:spLocks noGrp="1"/>
          </p:cNvSpPr>
          <p:nvPr>
            <p:ph type="body" idx="3"/>
          </p:nvPr>
        </p:nvSpPr>
        <p:spPr>
          <a:xfrm>
            <a:off x="6193368" y="1535113"/>
            <a:ext cx="5389033" cy="639762"/>
          </a:xfrm>
          <a:prstGeom prst="rect">
            <a:avLst/>
          </a:prstGeom>
          <a:noFill/>
          <a:ln>
            <a:noFill/>
          </a:ln>
        </p:spPr>
        <p:txBody>
          <a:bodyPr spcFirstLastPara="1" wrap="square" lIns="81025" tIns="40500" rIns="81025" bIns="40500" anchor="b" anchorCtr="0">
            <a:normAutofit/>
          </a:bodyPr>
          <a:lstStyle>
            <a:lvl1pPr marL="457200" lvl="0" indent="-228600" algn="l">
              <a:lnSpc>
                <a:spcPct val="100000"/>
              </a:lnSpc>
              <a:spcBef>
                <a:spcPts val="670"/>
              </a:spcBef>
              <a:spcAft>
                <a:spcPts val="0"/>
              </a:spcAft>
              <a:buSzPts val="3360"/>
              <a:buNone/>
              <a:defRPr sz="2400" b="1"/>
            </a:lvl1pPr>
            <a:lvl2pPr marL="914400" lvl="1" indent="-228600" algn="l">
              <a:lnSpc>
                <a:spcPct val="100000"/>
              </a:lnSpc>
              <a:spcBef>
                <a:spcPts val="600"/>
              </a:spcBef>
              <a:spcAft>
                <a:spcPts val="0"/>
              </a:spcAft>
              <a:buSzPts val="3000"/>
              <a:buNone/>
              <a:defRPr sz="2000" b="1"/>
            </a:lvl2pPr>
            <a:lvl3pPr marL="1371600" lvl="2" indent="-228600" algn="l">
              <a:lnSpc>
                <a:spcPct val="100000"/>
              </a:lnSpc>
              <a:spcBef>
                <a:spcPts val="505"/>
              </a:spcBef>
              <a:spcAft>
                <a:spcPts val="0"/>
              </a:spcAft>
              <a:buSzPts val="2520"/>
              <a:buNone/>
              <a:defRPr sz="1800" b="1"/>
            </a:lvl3pPr>
            <a:lvl4pPr marL="1828800" lvl="3" indent="-228600" algn="l">
              <a:lnSpc>
                <a:spcPct val="100000"/>
              </a:lnSpc>
              <a:spcBef>
                <a:spcPts val="430"/>
              </a:spcBef>
              <a:spcAft>
                <a:spcPts val="0"/>
              </a:spcAft>
              <a:buSzPts val="2160"/>
              <a:buNone/>
              <a:defRPr sz="1600" b="1"/>
            </a:lvl4pPr>
            <a:lvl5pPr marL="2286000" lvl="4" indent="-228600" algn="l">
              <a:lnSpc>
                <a:spcPct val="100000"/>
              </a:lnSpc>
              <a:spcBef>
                <a:spcPts val="430"/>
              </a:spcBef>
              <a:spcAft>
                <a:spcPts val="0"/>
              </a:spcAft>
              <a:buSzPts val="2160"/>
              <a:buNone/>
              <a:defRPr sz="1600" b="1"/>
            </a:lvl5pPr>
            <a:lvl6pPr marL="2743200" lvl="5" indent="-228600" algn="l">
              <a:lnSpc>
                <a:spcPct val="100000"/>
              </a:lnSpc>
              <a:spcBef>
                <a:spcPts val="430"/>
              </a:spcBef>
              <a:spcAft>
                <a:spcPts val="0"/>
              </a:spcAft>
              <a:buSzPts val="2160"/>
              <a:buNone/>
              <a:defRPr sz="1600" b="1"/>
            </a:lvl6pPr>
            <a:lvl7pPr marL="3200400" lvl="6" indent="-228600" algn="l">
              <a:lnSpc>
                <a:spcPct val="100000"/>
              </a:lnSpc>
              <a:spcBef>
                <a:spcPts val="430"/>
              </a:spcBef>
              <a:spcAft>
                <a:spcPts val="0"/>
              </a:spcAft>
              <a:buSzPts val="2160"/>
              <a:buNone/>
              <a:defRPr sz="1600" b="1"/>
            </a:lvl7pPr>
            <a:lvl8pPr marL="3657600" lvl="7" indent="-228600" algn="l">
              <a:lnSpc>
                <a:spcPct val="100000"/>
              </a:lnSpc>
              <a:spcBef>
                <a:spcPts val="430"/>
              </a:spcBef>
              <a:spcAft>
                <a:spcPts val="0"/>
              </a:spcAft>
              <a:buSzPts val="2160"/>
              <a:buNone/>
              <a:defRPr sz="1600" b="1"/>
            </a:lvl8pPr>
            <a:lvl9pPr marL="4114800" lvl="8" indent="-228600" algn="l">
              <a:lnSpc>
                <a:spcPct val="100000"/>
              </a:lnSpc>
              <a:spcBef>
                <a:spcPts val="430"/>
              </a:spcBef>
              <a:spcAft>
                <a:spcPts val="0"/>
              </a:spcAft>
              <a:buSzPts val="2160"/>
              <a:buNone/>
              <a:defRPr sz="1600" b="1"/>
            </a:lvl9pPr>
          </a:lstStyle>
          <a:p/>
        </p:txBody>
      </p:sp>
      <p:sp>
        <p:nvSpPr>
          <p:cNvPr id="28" name="Google Shape;28;p43"/>
          <p:cNvSpPr txBox="1">
            <a:spLocks noGrp="1"/>
          </p:cNvSpPr>
          <p:nvPr>
            <p:ph type="body" idx="4"/>
          </p:nvPr>
        </p:nvSpPr>
        <p:spPr>
          <a:xfrm>
            <a:off x="6193368" y="2174875"/>
            <a:ext cx="5389033" cy="3951288"/>
          </a:xfrm>
          <a:prstGeom prst="rect">
            <a:avLst/>
          </a:prstGeom>
          <a:noFill/>
          <a:ln>
            <a:noFill/>
          </a:ln>
        </p:spPr>
        <p:txBody>
          <a:bodyPr spcFirstLastPara="1" wrap="square" lIns="81025" tIns="40500" rIns="81025" bIns="40500" anchor="t" anchorCtr="0">
            <a:normAutofit/>
          </a:bodyPr>
          <a:lstStyle>
            <a:lvl1pPr marL="457200" lvl="0" indent="-441960" algn="l">
              <a:lnSpc>
                <a:spcPct val="100000"/>
              </a:lnSpc>
              <a:spcBef>
                <a:spcPts val="670"/>
              </a:spcBef>
              <a:spcAft>
                <a:spcPts val="0"/>
              </a:spcAft>
              <a:buSzPts val="3360"/>
              <a:buChar char="•"/>
              <a:defRPr sz="2400"/>
            </a:lvl1pPr>
            <a:lvl2pPr marL="914400" lvl="1" indent="-419100" algn="l">
              <a:lnSpc>
                <a:spcPct val="100000"/>
              </a:lnSpc>
              <a:spcBef>
                <a:spcPts val="600"/>
              </a:spcBef>
              <a:spcAft>
                <a:spcPts val="0"/>
              </a:spcAft>
              <a:buSzPts val="3000"/>
              <a:buChar char="–"/>
              <a:defRPr sz="2000"/>
            </a:lvl2pPr>
            <a:lvl3pPr marL="1371600" lvl="2" indent="-388620" algn="l">
              <a:lnSpc>
                <a:spcPct val="100000"/>
              </a:lnSpc>
              <a:spcBef>
                <a:spcPts val="505"/>
              </a:spcBef>
              <a:spcAft>
                <a:spcPts val="0"/>
              </a:spcAft>
              <a:buSzPts val="2520"/>
              <a:buChar char="•"/>
              <a:defRPr sz="1800"/>
            </a:lvl3pPr>
            <a:lvl4pPr marL="1828800" lvl="3" indent="-365760" algn="l">
              <a:lnSpc>
                <a:spcPct val="100000"/>
              </a:lnSpc>
              <a:spcBef>
                <a:spcPts val="430"/>
              </a:spcBef>
              <a:spcAft>
                <a:spcPts val="0"/>
              </a:spcAft>
              <a:buSzPts val="2160"/>
              <a:buChar char="–"/>
              <a:defRPr sz="1600"/>
            </a:lvl4pPr>
            <a:lvl5pPr marL="2286000" lvl="4" indent="-365760" algn="l">
              <a:lnSpc>
                <a:spcPct val="100000"/>
              </a:lnSpc>
              <a:spcBef>
                <a:spcPts val="430"/>
              </a:spcBef>
              <a:spcAft>
                <a:spcPts val="0"/>
              </a:spcAft>
              <a:buSzPts val="2160"/>
              <a:buChar char="»"/>
              <a:defRPr sz="1600"/>
            </a:lvl5pPr>
            <a:lvl6pPr marL="2743200" lvl="5" indent="-365760" algn="l">
              <a:lnSpc>
                <a:spcPct val="100000"/>
              </a:lnSpc>
              <a:spcBef>
                <a:spcPts val="430"/>
              </a:spcBef>
              <a:spcAft>
                <a:spcPts val="0"/>
              </a:spcAft>
              <a:buSzPts val="2160"/>
              <a:buChar char="•"/>
              <a:defRPr sz="1600"/>
            </a:lvl6pPr>
            <a:lvl7pPr marL="3200400" lvl="6" indent="-365760" algn="l">
              <a:lnSpc>
                <a:spcPct val="100000"/>
              </a:lnSpc>
              <a:spcBef>
                <a:spcPts val="430"/>
              </a:spcBef>
              <a:spcAft>
                <a:spcPts val="0"/>
              </a:spcAft>
              <a:buSzPts val="2160"/>
              <a:buChar char="•"/>
              <a:defRPr sz="1600"/>
            </a:lvl7pPr>
            <a:lvl8pPr marL="3657600" lvl="7" indent="-365760" algn="l">
              <a:lnSpc>
                <a:spcPct val="100000"/>
              </a:lnSpc>
              <a:spcBef>
                <a:spcPts val="430"/>
              </a:spcBef>
              <a:spcAft>
                <a:spcPts val="0"/>
              </a:spcAft>
              <a:buSzPts val="2160"/>
              <a:buChar char="•"/>
              <a:defRPr sz="1600"/>
            </a:lvl8pPr>
            <a:lvl9pPr marL="4114800" lvl="8" indent="-365760" algn="l">
              <a:lnSpc>
                <a:spcPct val="100000"/>
              </a:lnSpc>
              <a:spcBef>
                <a:spcPts val="430"/>
              </a:spcBef>
              <a:spcAft>
                <a:spcPts val="0"/>
              </a:spcAft>
              <a:buSzPts val="2160"/>
              <a:buChar char="•"/>
              <a:defRPr sz="1600"/>
            </a:lvl9pPr>
          </a:lstStyle>
          <a:p/>
        </p:txBody>
      </p:sp>
      <p:sp>
        <p:nvSpPr>
          <p:cNvPr id="29" name="Google Shape;29;p43"/>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3"/>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3"/>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SzPts val="1300"/>
              <a:buNone/>
              <a:defRPr/>
            </a:lvl1pPr>
            <a:lvl2pPr marL="0" marR="0" lvl="1" indent="0" algn="r">
              <a:lnSpc>
                <a:spcPct val="100000"/>
              </a:lnSpc>
              <a:spcBef>
                <a:spcPts val="0"/>
              </a:spcBef>
              <a:spcAft>
                <a:spcPts val="0"/>
              </a:spcAft>
              <a:buSzPts val="1300"/>
              <a:buNone/>
              <a:defRPr/>
            </a:lvl2pPr>
            <a:lvl3pPr marL="0" marR="0" lvl="2" indent="0" algn="r">
              <a:lnSpc>
                <a:spcPct val="100000"/>
              </a:lnSpc>
              <a:spcBef>
                <a:spcPts val="0"/>
              </a:spcBef>
              <a:spcAft>
                <a:spcPts val="0"/>
              </a:spcAft>
              <a:buSzPts val="1300"/>
              <a:buNone/>
              <a:defRPr/>
            </a:lvl3pPr>
            <a:lvl4pPr marL="0" marR="0" lvl="3" indent="0" algn="r">
              <a:lnSpc>
                <a:spcPct val="100000"/>
              </a:lnSpc>
              <a:spcBef>
                <a:spcPts val="0"/>
              </a:spcBef>
              <a:spcAft>
                <a:spcPts val="0"/>
              </a:spcAft>
              <a:buSzPts val="1300"/>
              <a:buNone/>
              <a:defRPr/>
            </a:lvl4pPr>
            <a:lvl5pPr marL="0" marR="0" lvl="4" indent="0" algn="r">
              <a:lnSpc>
                <a:spcPct val="100000"/>
              </a:lnSpc>
              <a:spcBef>
                <a:spcPts val="0"/>
              </a:spcBef>
              <a:spcAft>
                <a:spcPts val="0"/>
              </a:spcAft>
              <a:buSzPts val="1300"/>
              <a:buNone/>
              <a:defRPr/>
            </a:lvl5pPr>
            <a:lvl6pPr marL="0" marR="0" lvl="5" indent="0" algn="r">
              <a:lnSpc>
                <a:spcPct val="100000"/>
              </a:lnSpc>
              <a:spcBef>
                <a:spcPts val="0"/>
              </a:spcBef>
              <a:spcAft>
                <a:spcPts val="0"/>
              </a:spcAft>
              <a:buSzPts val="1300"/>
              <a:buNone/>
              <a:defRPr/>
            </a:lvl6pPr>
            <a:lvl7pPr marL="0" marR="0" lvl="6" indent="0" algn="r">
              <a:lnSpc>
                <a:spcPct val="100000"/>
              </a:lnSpc>
              <a:spcBef>
                <a:spcPts val="0"/>
              </a:spcBef>
              <a:spcAft>
                <a:spcPts val="0"/>
              </a:spcAft>
              <a:buSzPts val="1300"/>
              <a:buNone/>
              <a:defRPr/>
            </a:lvl7pPr>
            <a:lvl8pPr marL="0" marR="0" lvl="7" indent="0" algn="r">
              <a:lnSpc>
                <a:spcPct val="100000"/>
              </a:lnSpc>
              <a:spcBef>
                <a:spcPts val="0"/>
              </a:spcBef>
              <a:spcAft>
                <a:spcPts val="0"/>
              </a:spcAft>
              <a:buSzPts val="1300"/>
              <a:buNone/>
              <a:defRPr/>
            </a:lvl8pPr>
            <a:lvl9pPr marL="0" marR="0" lvl="8" indent="0" algn="r">
              <a:lnSpc>
                <a:spcPct val="100000"/>
              </a:lnSpc>
              <a:spcBef>
                <a:spcPts val="0"/>
              </a:spcBef>
              <a:spcAft>
                <a:spcPts val="0"/>
              </a:spcAft>
              <a:buSzPts val="1300"/>
              <a:buNone/>
              <a:defRPr/>
            </a:lvl9pPr>
          </a:lstStyle>
          <a:p>
            <a:fld id="{00000000-1234-1234-1234-123412341234}" type="slidenum">
              <a:rPr lang="en-US"/>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matchingName="Section Header">
  <p:cSld name="Section Header">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963084" y="4406902"/>
            <a:ext cx="10363200" cy="1362076"/>
          </a:xfrm>
          <a:prstGeom prst="rect">
            <a:avLst/>
          </a:prstGeom>
          <a:noFill/>
          <a:ln>
            <a:noFill/>
          </a:ln>
        </p:spPr>
        <p:txBody>
          <a:bodyPr spcFirstLastPara="1" wrap="square" lIns="81025" tIns="40500" rIns="81025" bIns="40500" anchor="t" anchorCtr="0">
            <a:normAutofit/>
          </a:bodyPr>
          <a:lstStyle>
            <a:lvl1pPr lvl="0" algn="l">
              <a:lnSpc>
                <a:spcPct val="100000"/>
              </a:lnSpc>
              <a:spcBef>
                <a:spcPts val="0"/>
              </a:spcBef>
              <a:spcAft>
                <a:spcPts val="0"/>
              </a:spcAft>
              <a:buClr>
                <a:schemeClr val="dk1"/>
              </a:buClr>
              <a:buSzPts val="4200"/>
              <a:buFont typeface="Calibri" panose="020F0502020204030204"/>
              <a:buNone/>
              <a:defRPr sz="42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7"/>
          <p:cNvSpPr txBox="1">
            <a:spLocks noGrp="1"/>
          </p:cNvSpPr>
          <p:nvPr>
            <p:ph type="body" idx="1"/>
          </p:nvPr>
        </p:nvSpPr>
        <p:spPr>
          <a:xfrm>
            <a:off x="963084" y="2906713"/>
            <a:ext cx="10363200" cy="1500187"/>
          </a:xfrm>
          <a:prstGeom prst="rect">
            <a:avLst/>
          </a:prstGeom>
          <a:noFill/>
          <a:ln>
            <a:noFill/>
          </a:ln>
        </p:spPr>
        <p:txBody>
          <a:bodyPr spcFirstLastPara="1" wrap="square" lIns="81025" tIns="40500" rIns="81025" bIns="40500" anchor="b" anchorCtr="0">
            <a:normAutofit/>
          </a:bodyPr>
          <a:lstStyle>
            <a:lvl1pPr marL="457200" lvl="0" indent="-228600" algn="l">
              <a:lnSpc>
                <a:spcPct val="100000"/>
              </a:lnSpc>
              <a:spcBef>
                <a:spcPts val="430"/>
              </a:spcBef>
              <a:spcAft>
                <a:spcPts val="0"/>
              </a:spcAft>
              <a:buClr>
                <a:srgbClr val="888888"/>
              </a:buClr>
              <a:buSzPts val="2160"/>
              <a:buNone/>
              <a:defRPr sz="2160">
                <a:solidFill>
                  <a:srgbClr val="888888"/>
                </a:solidFill>
              </a:defRPr>
            </a:lvl1pPr>
            <a:lvl2pPr marL="914400" lvl="1" indent="-228600" algn="l">
              <a:lnSpc>
                <a:spcPct val="100000"/>
              </a:lnSpc>
              <a:spcBef>
                <a:spcPts val="385"/>
              </a:spcBef>
              <a:spcAft>
                <a:spcPts val="0"/>
              </a:spcAft>
              <a:buClr>
                <a:srgbClr val="888888"/>
              </a:buClr>
              <a:buSzPts val="1920"/>
              <a:buNone/>
              <a:defRPr sz="1920">
                <a:solidFill>
                  <a:srgbClr val="888888"/>
                </a:solidFill>
              </a:defRPr>
            </a:lvl2pPr>
            <a:lvl3pPr marL="1371600" lvl="2" indent="-228600" algn="l">
              <a:lnSpc>
                <a:spcPct val="100000"/>
              </a:lnSpc>
              <a:spcBef>
                <a:spcPts val="335"/>
              </a:spcBef>
              <a:spcAft>
                <a:spcPts val="0"/>
              </a:spcAft>
              <a:buClr>
                <a:srgbClr val="888888"/>
              </a:buClr>
              <a:buSzPts val="1680"/>
              <a:buNone/>
              <a:defRPr sz="1680">
                <a:solidFill>
                  <a:srgbClr val="888888"/>
                </a:solidFill>
              </a:defRPr>
            </a:lvl3pPr>
            <a:lvl4pPr marL="1828800" lvl="3" indent="-228600" algn="l">
              <a:lnSpc>
                <a:spcPct val="100000"/>
              </a:lnSpc>
              <a:spcBef>
                <a:spcPts val="290"/>
              </a:spcBef>
              <a:spcAft>
                <a:spcPts val="0"/>
              </a:spcAft>
              <a:buClr>
                <a:srgbClr val="888888"/>
              </a:buClr>
              <a:buSzPts val="1440"/>
              <a:buNone/>
              <a:defRPr sz="1440">
                <a:solidFill>
                  <a:srgbClr val="888888"/>
                </a:solidFill>
              </a:defRPr>
            </a:lvl4pPr>
            <a:lvl5pPr marL="2286000" lvl="4" indent="-228600" algn="l">
              <a:lnSpc>
                <a:spcPct val="100000"/>
              </a:lnSpc>
              <a:spcBef>
                <a:spcPts val="290"/>
              </a:spcBef>
              <a:spcAft>
                <a:spcPts val="0"/>
              </a:spcAft>
              <a:buClr>
                <a:srgbClr val="888888"/>
              </a:buClr>
              <a:buSzPts val="1440"/>
              <a:buNone/>
              <a:defRPr sz="1440">
                <a:solidFill>
                  <a:srgbClr val="888888"/>
                </a:solidFill>
              </a:defRPr>
            </a:lvl5pPr>
            <a:lvl6pPr marL="2743200" lvl="5" indent="-228600" algn="l">
              <a:lnSpc>
                <a:spcPct val="100000"/>
              </a:lnSpc>
              <a:spcBef>
                <a:spcPts val="290"/>
              </a:spcBef>
              <a:spcAft>
                <a:spcPts val="0"/>
              </a:spcAft>
              <a:buClr>
                <a:srgbClr val="888888"/>
              </a:buClr>
              <a:buSzPts val="1440"/>
              <a:buNone/>
              <a:defRPr sz="1440">
                <a:solidFill>
                  <a:srgbClr val="888888"/>
                </a:solidFill>
              </a:defRPr>
            </a:lvl6pPr>
            <a:lvl7pPr marL="3200400" lvl="6" indent="-228600" algn="l">
              <a:lnSpc>
                <a:spcPct val="100000"/>
              </a:lnSpc>
              <a:spcBef>
                <a:spcPts val="290"/>
              </a:spcBef>
              <a:spcAft>
                <a:spcPts val="0"/>
              </a:spcAft>
              <a:buClr>
                <a:srgbClr val="888888"/>
              </a:buClr>
              <a:buSzPts val="1440"/>
              <a:buNone/>
              <a:defRPr sz="1440">
                <a:solidFill>
                  <a:srgbClr val="888888"/>
                </a:solidFill>
              </a:defRPr>
            </a:lvl7pPr>
            <a:lvl8pPr marL="3657600" lvl="7" indent="-228600" algn="l">
              <a:lnSpc>
                <a:spcPct val="100000"/>
              </a:lnSpc>
              <a:spcBef>
                <a:spcPts val="290"/>
              </a:spcBef>
              <a:spcAft>
                <a:spcPts val="0"/>
              </a:spcAft>
              <a:buClr>
                <a:srgbClr val="888888"/>
              </a:buClr>
              <a:buSzPts val="1440"/>
              <a:buNone/>
              <a:defRPr sz="1440">
                <a:solidFill>
                  <a:srgbClr val="888888"/>
                </a:solidFill>
              </a:defRPr>
            </a:lvl8pPr>
            <a:lvl9pPr marL="4114800" lvl="8" indent="-228600" algn="l">
              <a:lnSpc>
                <a:spcPct val="100000"/>
              </a:lnSpc>
              <a:spcBef>
                <a:spcPts val="290"/>
              </a:spcBef>
              <a:spcAft>
                <a:spcPts val="0"/>
              </a:spcAft>
              <a:buClr>
                <a:srgbClr val="888888"/>
              </a:buClr>
              <a:buSzPts val="1440"/>
              <a:buNone/>
              <a:defRPr sz="1440">
                <a:solidFill>
                  <a:srgbClr val="888888"/>
                </a:solidFill>
              </a:defRPr>
            </a:lvl9pPr>
          </a:lstStyle>
          <a:p/>
        </p:txBody>
      </p:sp>
      <p:sp>
        <p:nvSpPr>
          <p:cNvPr id="35" name="Google Shape;35;p7"/>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7"/>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7"/>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en-US"/>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matchingName="Title Only">
  <p:cSld name="Title Only">
    <p:spTree>
      <p:nvGrpSpPr>
        <p:cNvPr id="1" name="Shape 45"/>
        <p:cNvGrpSpPr/>
        <p:nvPr/>
      </p:nvGrpSpPr>
      <p:grpSpPr>
        <a:xfrm>
          <a:off x="0" y="0"/>
          <a:ext cx="0" cy="0"/>
          <a:chOff x="0" y="0"/>
          <a:chExt cx="0" cy="0"/>
        </a:xfrm>
      </p:grpSpPr>
      <p:sp>
        <p:nvSpPr>
          <p:cNvPr id="46" name="Google Shape;46;p10"/>
          <p:cNvSpPr txBox="1">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0"/>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0"/>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0"/>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en-US"/>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0"/>
        <p:cNvGrpSpPr/>
        <p:nvPr/>
      </p:nvGrpSpPr>
      <p:grpSpPr>
        <a:xfrm>
          <a:off x="0" y="0"/>
          <a:ext cx="0" cy="0"/>
          <a:chOff x="0" y="0"/>
          <a:chExt cx="0" cy="0"/>
        </a:xfrm>
      </p:grpSpPr>
      <p:sp>
        <p:nvSpPr>
          <p:cNvPr id="51" name="Google Shape;51;p11"/>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1"/>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1"/>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en-US"/>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matchingName="Content with Caption">
  <p:cSld name="Content with Caption">
    <p:spTree>
      <p:nvGrpSpPr>
        <p:cNvPr id="1" name="Shape 54"/>
        <p:cNvGrpSpPr/>
        <p:nvPr/>
      </p:nvGrpSpPr>
      <p:grpSpPr>
        <a:xfrm>
          <a:off x="0" y="0"/>
          <a:ext cx="0" cy="0"/>
          <a:chOff x="0" y="0"/>
          <a:chExt cx="0" cy="0"/>
        </a:xfrm>
      </p:grpSpPr>
      <p:sp>
        <p:nvSpPr>
          <p:cNvPr id="55" name="Google Shape;55;p12"/>
          <p:cNvSpPr txBox="1">
            <a:spLocks noGrp="1"/>
          </p:cNvSpPr>
          <p:nvPr>
            <p:ph type="title"/>
          </p:nvPr>
        </p:nvSpPr>
        <p:spPr>
          <a:xfrm>
            <a:off x="609601" y="273051"/>
            <a:ext cx="4011084" cy="1162050"/>
          </a:xfrm>
          <a:prstGeom prst="rect">
            <a:avLst/>
          </a:prstGeom>
          <a:noFill/>
          <a:ln>
            <a:noFill/>
          </a:ln>
        </p:spPr>
        <p:txBody>
          <a:bodyPr spcFirstLastPara="1" wrap="square" lIns="81025" tIns="40500" rIns="81025" bIns="40500" anchor="b" anchorCtr="0">
            <a:normAutofit/>
          </a:bodyPr>
          <a:lstStyle>
            <a:lvl1pPr lvl="0" algn="l">
              <a:lnSpc>
                <a:spcPct val="100000"/>
              </a:lnSpc>
              <a:spcBef>
                <a:spcPts val="0"/>
              </a:spcBef>
              <a:spcAft>
                <a:spcPts val="0"/>
              </a:spcAft>
              <a:buClr>
                <a:schemeClr val="dk1"/>
              </a:buClr>
              <a:buSzPts val="2160"/>
              <a:buFont typeface="Calibri" panose="020F0502020204030204"/>
              <a:buNone/>
              <a:defRPr sz="216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2"/>
          <p:cNvSpPr txBox="1">
            <a:spLocks noGrp="1"/>
          </p:cNvSpPr>
          <p:nvPr>
            <p:ph type="body" idx="1"/>
          </p:nvPr>
        </p:nvSpPr>
        <p:spPr>
          <a:xfrm>
            <a:off x="4766735" y="273052"/>
            <a:ext cx="6815667" cy="5853113"/>
          </a:xfrm>
          <a:prstGeom prst="rect">
            <a:avLst/>
          </a:prstGeom>
          <a:noFill/>
          <a:ln>
            <a:noFill/>
          </a:ln>
        </p:spPr>
        <p:txBody>
          <a:bodyPr spcFirstLastPara="1" wrap="square" lIns="81025" tIns="40500" rIns="81025" bIns="40500" anchor="t" anchorCtr="0">
            <a:normAutofit/>
          </a:bodyPr>
          <a:lstStyle>
            <a:lvl1pPr marL="457200" lvl="0" indent="-441960" algn="l">
              <a:lnSpc>
                <a:spcPct val="100000"/>
              </a:lnSpc>
              <a:spcBef>
                <a:spcPts val="670"/>
              </a:spcBef>
              <a:spcAft>
                <a:spcPts val="0"/>
              </a:spcAft>
              <a:buClr>
                <a:schemeClr val="dk1"/>
              </a:buClr>
              <a:buSzPts val="3360"/>
              <a:buChar char="•"/>
              <a:defRPr sz="3360"/>
            </a:lvl1pPr>
            <a:lvl2pPr marL="914400" lvl="1" indent="-419100" algn="l">
              <a:lnSpc>
                <a:spcPct val="100000"/>
              </a:lnSpc>
              <a:spcBef>
                <a:spcPts val="600"/>
              </a:spcBef>
              <a:spcAft>
                <a:spcPts val="0"/>
              </a:spcAft>
              <a:buClr>
                <a:schemeClr val="dk1"/>
              </a:buClr>
              <a:buSzPts val="3000"/>
              <a:buChar char="–"/>
              <a:defRPr sz="3000"/>
            </a:lvl2pPr>
            <a:lvl3pPr marL="1371600" lvl="2" indent="-388620" algn="l">
              <a:lnSpc>
                <a:spcPct val="100000"/>
              </a:lnSpc>
              <a:spcBef>
                <a:spcPts val="505"/>
              </a:spcBef>
              <a:spcAft>
                <a:spcPts val="0"/>
              </a:spcAft>
              <a:buClr>
                <a:schemeClr val="dk1"/>
              </a:buClr>
              <a:buSzPts val="2520"/>
              <a:buChar char="•"/>
              <a:defRPr sz="2520"/>
            </a:lvl3pPr>
            <a:lvl4pPr marL="1828800" lvl="3" indent="-365760" algn="l">
              <a:lnSpc>
                <a:spcPct val="100000"/>
              </a:lnSpc>
              <a:spcBef>
                <a:spcPts val="430"/>
              </a:spcBef>
              <a:spcAft>
                <a:spcPts val="0"/>
              </a:spcAft>
              <a:buClr>
                <a:schemeClr val="dk1"/>
              </a:buClr>
              <a:buSzPts val="2160"/>
              <a:buChar char="–"/>
              <a:defRPr sz="2160"/>
            </a:lvl4pPr>
            <a:lvl5pPr marL="2286000" lvl="4" indent="-365760" algn="l">
              <a:lnSpc>
                <a:spcPct val="100000"/>
              </a:lnSpc>
              <a:spcBef>
                <a:spcPts val="430"/>
              </a:spcBef>
              <a:spcAft>
                <a:spcPts val="0"/>
              </a:spcAft>
              <a:buClr>
                <a:schemeClr val="dk1"/>
              </a:buClr>
              <a:buSzPts val="2160"/>
              <a:buChar char="»"/>
              <a:defRPr sz="2160"/>
            </a:lvl5pPr>
            <a:lvl6pPr marL="2743200" lvl="5" indent="-365760" algn="l">
              <a:lnSpc>
                <a:spcPct val="100000"/>
              </a:lnSpc>
              <a:spcBef>
                <a:spcPts val="430"/>
              </a:spcBef>
              <a:spcAft>
                <a:spcPts val="0"/>
              </a:spcAft>
              <a:buClr>
                <a:schemeClr val="dk1"/>
              </a:buClr>
              <a:buSzPts val="2160"/>
              <a:buChar char="•"/>
              <a:defRPr sz="2160"/>
            </a:lvl6pPr>
            <a:lvl7pPr marL="3200400" lvl="6" indent="-365760" algn="l">
              <a:lnSpc>
                <a:spcPct val="100000"/>
              </a:lnSpc>
              <a:spcBef>
                <a:spcPts val="430"/>
              </a:spcBef>
              <a:spcAft>
                <a:spcPts val="0"/>
              </a:spcAft>
              <a:buClr>
                <a:schemeClr val="dk1"/>
              </a:buClr>
              <a:buSzPts val="2160"/>
              <a:buChar char="•"/>
              <a:defRPr sz="2160"/>
            </a:lvl7pPr>
            <a:lvl8pPr marL="3657600" lvl="7" indent="-365760" algn="l">
              <a:lnSpc>
                <a:spcPct val="100000"/>
              </a:lnSpc>
              <a:spcBef>
                <a:spcPts val="430"/>
              </a:spcBef>
              <a:spcAft>
                <a:spcPts val="0"/>
              </a:spcAft>
              <a:buClr>
                <a:schemeClr val="dk1"/>
              </a:buClr>
              <a:buSzPts val="2160"/>
              <a:buChar char="•"/>
              <a:defRPr sz="2160"/>
            </a:lvl8pPr>
            <a:lvl9pPr marL="4114800" lvl="8" indent="-365760" algn="l">
              <a:lnSpc>
                <a:spcPct val="100000"/>
              </a:lnSpc>
              <a:spcBef>
                <a:spcPts val="430"/>
              </a:spcBef>
              <a:spcAft>
                <a:spcPts val="0"/>
              </a:spcAft>
              <a:buClr>
                <a:schemeClr val="dk1"/>
              </a:buClr>
              <a:buSzPts val="2160"/>
              <a:buChar char="•"/>
              <a:defRPr sz="2160"/>
            </a:lvl9pPr>
          </a:lstStyle>
          <a:p/>
        </p:txBody>
      </p:sp>
      <p:sp>
        <p:nvSpPr>
          <p:cNvPr id="57" name="Google Shape;57;p12"/>
          <p:cNvSpPr txBox="1">
            <a:spLocks noGrp="1"/>
          </p:cNvSpPr>
          <p:nvPr>
            <p:ph type="body" idx="2"/>
          </p:nvPr>
        </p:nvSpPr>
        <p:spPr>
          <a:xfrm>
            <a:off x="609601" y="1435102"/>
            <a:ext cx="4011084" cy="4691063"/>
          </a:xfrm>
          <a:prstGeom prst="rect">
            <a:avLst/>
          </a:prstGeom>
          <a:noFill/>
          <a:ln>
            <a:noFill/>
          </a:ln>
        </p:spPr>
        <p:txBody>
          <a:bodyPr spcFirstLastPara="1" wrap="square" lIns="81025" tIns="40500" rIns="81025" bIns="40500" anchor="t" anchorCtr="0">
            <a:normAutofit/>
          </a:bodyPr>
          <a:lstStyle>
            <a:lvl1pPr marL="457200" lvl="0" indent="-228600" algn="l">
              <a:lnSpc>
                <a:spcPct val="100000"/>
              </a:lnSpc>
              <a:spcBef>
                <a:spcPts val="290"/>
              </a:spcBef>
              <a:spcAft>
                <a:spcPts val="0"/>
              </a:spcAft>
              <a:buClr>
                <a:schemeClr val="dk1"/>
              </a:buClr>
              <a:buSzPts val="1440"/>
              <a:buNone/>
              <a:defRPr sz="1440"/>
            </a:lvl1pPr>
            <a:lvl2pPr marL="914400" lvl="1" indent="-228600" algn="l">
              <a:lnSpc>
                <a:spcPct val="100000"/>
              </a:lnSpc>
              <a:spcBef>
                <a:spcPts val="265"/>
              </a:spcBef>
              <a:spcAft>
                <a:spcPts val="0"/>
              </a:spcAft>
              <a:buClr>
                <a:schemeClr val="dk1"/>
              </a:buClr>
              <a:buSzPts val="1320"/>
              <a:buNone/>
              <a:defRPr sz="1320"/>
            </a:lvl2pPr>
            <a:lvl3pPr marL="1371600" lvl="2" indent="-228600" algn="l">
              <a:lnSpc>
                <a:spcPct val="100000"/>
              </a:lnSpc>
              <a:spcBef>
                <a:spcPts val="215"/>
              </a:spcBef>
              <a:spcAft>
                <a:spcPts val="0"/>
              </a:spcAft>
              <a:buClr>
                <a:schemeClr val="dk1"/>
              </a:buClr>
              <a:buSzPts val="1080"/>
              <a:buNone/>
              <a:defRPr sz="1080"/>
            </a:lvl3pPr>
            <a:lvl4pPr marL="1828800" lvl="3" indent="-228600" algn="l">
              <a:lnSpc>
                <a:spcPct val="100000"/>
              </a:lnSpc>
              <a:spcBef>
                <a:spcPts val="190"/>
              </a:spcBef>
              <a:spcAft>
                <a:spcPts val="0"/>
              </a:spcAft>
              <a:buClr>
                <a:schemeClr val="dk1"/>
              </a:buClr>
              <a:buSzPts val="960"/>
              <a:buNone/>
              <a:defRPr sz="960"/>
            </a:lvl4pPr>
            <a:lvl5pPr marL="2286000" lvl="4" indent="-228600" algn="l">
              <a:lnSpc>
                <a:spcPct val="100000"/>
              </a:lnSpc>
              <a:spcBef>
                <a:spcPts val="190"/>
              </a:spcBef>
              <a:spcAft>
                <a:spcPts val="0"/>
              </a:spcAft>
              <a:buClr>
                <a:schemeClr val="dk1"/>
              </a:buClr>
              <a:buSzPts val="960"/>
              <a:buNone/>
              <a:defRPr sz="960"/>
            </a:lvl5pPr>
            <a:lvl6pPr marL="2743200" lvl="5" indent="-228600" algn="l">
              <a:lnSpc>
                <a:spcPct val="100000"/>
              </a:lnSpc>
              <a:spcBef>
                <a:spcPts val="190"/>
              </a:spcBef>
              <a:spcAft>
                <a:spcPts val="0"/>
              </a:spcAft>
              <a:buClr>
                <a:schemeClr val="dk1"/>
              </a:buClr>
              <a:buSzPts val="960"/>
              <a:buNone/>
              <a:defRPr sz="960"/>
            </a:lvl6pPr>
            <a:lvl7pPr marL="3200400" lvl="6" indent="-228600" algn="l">
              <a:lnSpc>
                <a:spcPct val="100000"/>
              </a:lnSpc>
              <a:spcBef>
                <a:spcPts val="190"/>
              </a:spcBef>
              <a:spcAft>
                <a:spcPts val="0"/>
              </a:spcAft>
              <a:buClr>
                <a:schemeClr val="dk1"/>
              </a:buClr>
              <a:buSzPts val="960"/>
              <a:buNone/>
              <a:defRPr sz="960"/>
            </a:lvl7pPr>
            <a:lvl8pPr marL="3657600" lvl="7" indent="-228600" algn="l">
              <a:lnSpc>
                <a:spcPct val="100000"/>
              </a:lnSpc>
              <a:spcBef>
                <a:spcPts val="190"/>
              </a:spcBef>
              <a:spcAft>
                <a:spcPts val="0"/>
              </a:spcAft>
              <a:buClr>
                <a:schemeClr val="dk1"/>
              </a:buClr>
              <a:buSzPts val="960"/>
              <a:buNone/>
              <a:defRPr sz="960"/>
            </a:lvl8pPr>
            <a:lvl9pPr marL="4114800" lvl="8" indent="-228600" algn="l">
              <a:lnSpc>
                <a:spcPct val="100000"/>
              </a:lnSpc>
              <a:spcBef>
                <a:spcPts val="190"/>
              </a:spcBef>
              <a:spcAft>
                <a:spcPts val="0"/>
              </a:spcAft>
              <a:buClr>
                <a:schemeClr val="dk1"/>
              </a:buClr>
              <a:buSzPts val="960"/>
              <a:buNone/>
              <a:defRPr sz="960"/>
            </a:lvl9pPr>
          </a:lstStyle>
          <a:p/>
        </p:txBody>
      </p:sp>
      <p:sp>
        <p:nvSpPr>
          <p:cNvPr id="58" name="Google Shape;58;p12"/>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2"/>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2"/>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en-US"/>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matchingName="Picture with Caption">
  <p:cSld name="Picture with Caption">
    <p:spTree>
      <p:nvGrpSpPr>
        <p:cNvPr id="1" name="Shape 61"/>
        <p:cNvGrpSpPr/>
        <p:nvPr/>
      </p:nvGrpSpPr>
      <p:grpSpPr>
        <a:xfrm>
          <a:off x="0" y="0"/>
          <a:ext cx="0" cy="0"/>
          <a:chOff x="0" y="0"/>
          <a:chExt cx="0" cy="0"/>
        </a:xfrm>
      </p:grpSpPr>
      <p:sp>
        <p:nvSpPr>
          <p:cNvPr id="62" name="Google Shape;62;p13"/>
          <p:cNvSpPr txBox="1">
            <a:spLocks noGrp="1"/>
          </p:cNvSpPr>
          <p:nvPr>
            <p:ph type="title"/>
          </p:nvPr>
        </p:nvSpPr>
        <p:spPr>
          <a:xfrm>
            <a:off x="2389717" y="4800600"/>
            <a:ext cx="7315200" cy="566738"/>
          </a:xfrm>
          <a:prstGeom prst="rect">
            <a:avLst/>
          </a:prstGeom>
          <a:noFill/>
          <a:ln>
            <a:noFill/>
          </a:ln>
        </p:spPr>
        <p:txBody>
          <a:bodyPr spcFirstLastPara="1" wrap="square" lIns="81025" tIns="40500" rIns="81025" bIns="40500" anchor="b" anchorCtr="0">
            <a:normAutofit/>
          </a:bodyPr>
          <a:lstStyle>
            <a:lvl1pPr lvl="0" algn="l">
              <a:lnSpc>
                <a:spcPct val="100000"/>
              </a:lnSpc>
              <a:spcBef>
                <a:spcPts val="0"/>
              </a:spcBef>
              <a:spcAft>
                <a:spcPts val="0"/>
              </a:spcAft>
              <a:buClr>
                <a:schemeClr val="dk1"/>
              </a:buClr>
              <a:buSzPts val="2160"/>
              <a:buFont typeface="Calibri" panose="020F0502020204030204"/>
              <a:buNone/>
              <a:defRPr sz="216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a:spLocks noGrp="1"/>
          </p:cNvSpPr>
          <p:nvPr>
            <p:ph type="pic" idx="2"/>
          </p:nvPr>
        </p:nvSpPr>
        <p:spPr>
          <a:xfrm>
            <a:off x="2389717" y="612775"/>
            <a:ext cx="7315200" cy="4114800"/>
          </a:xfrm>
          <a:prstGeom prst="rect">
            <a:avLst/>
          </a:prstGeom>
          <a:noFill/>
          <a:ln>
            <a:noFill/>
          </a:ln>
        </p:spPr>
      </p:sp>
      <p:sp>
        <p:nvSpPr>
          <p:cNvPr id="64" name="Google Shape;64;p13"/>
          <p:cNvSpPr txBox="1">
            <a:spLocks noGrp="1"/>
          </p:cNvSpPr>
          <p:nvPr>
            <p:ph type="body" idx="1"/>
          </p:nvPr>
        </p:nvSpPr>
        <p:spPr>
          <a:xfrm>
            <a:off x="2389717" y="5367338"/>
            <a:ext cx="7315200" cy="804862"/>
          </a:xfrm>
          <a:prstGeom prst="rect">
            <a:avLst/>
          </a:prstGeom>
          <a:noFill/>
          <a:ln>
            <a:noFill/>
          </a:ln>
        </p:spPr>
        <p:txBody>
          <a:bodyPr spcFirstLastPara="1" wrap="square" lIns="81025" tIns="40500" rIns="81025" bIns="40500" anchor="t" anchorCtr="0">
            <a:normAutofit/>
          </a:bodyPr>
          <a:lstStyle>
            <a:lvl1pPr marL="457200" lvl="0" indent="-228600" algn="l">
              <a:lnSpc>
                <a:spcPct val="100000"/>
              </a:lnSpc>
              <a:spcBef>
                <a:spcPts val="290"/>
              </a:spcBef>
              <a:spcAft>
                <a:spcPts val="0"/>
              </a:spcAft>
              <a:buClr>
                <a:schemeClr val="dk1"/>
              </a:buClr>
              <a:buSzPts val="1440"/>
              <a:buNone/>
              <a:defRPr sz="1440"/>
            </a:lvl1pPr>
            <a:lvl2pPr marL="914400" lvl="1" indent="-228600" algn="l">
              <a:lnSpc>
                <a:spcPct val="100000"/>
              </a:lnSpc>
              <a:spcBef>
                <a:spcPts val="265"/>
              </a:spcBef>
              <a:spcAft>
                <a:spcPts val="0"/>
              </a:spcAft>
              <a:buClr>
                <a:schemeClr val="dk1"/>
              </a:buClr>
              <a:buSzPts val="1320"/>
              <a:buNone/>
              <a:defRPr sz="1320"/>
            </a:lvl2pPr>
            <a:lvl3pPr marL="1371600" lvl="2" indent="-228600" algn="l">
              <a:lnSpc>
                <a:spcPct val="100000"/>
              </a:lnSpc>
              <a:spcBef>
                <a:spcPts val="215"/>
              </a:spcBef>
              <a:spcAft>
                <a:spcPts val="0"/>
              </a:spcAft>
              <a:buClr>
                <a:schemeClr val="dk1"/>
              </a:buClr>
              <a:buSzPts val="1080"/>
              <a:buNone/>
              <a:defRPr sz="1080"/>
            </a:lvl3pPr>
            <a:lvl4pPr marL="1828800" lvl="3" indent="-228600" algn="l">
              <a:lnSpc>
                <a:spcPct val="100000"/>
              </a:lnSpc>
              <a:spcBef>
                <a:spcPts val="190"/>
              </a:spcBef>
              <a:spcAft>
                <a:spcPts val="0"/>
              </a:spcAft>
              <a:buClr>
                <a:schemeClr val="dk1"/>
              </a:buClr>
              <a:buSzPts val="960"/>
              <a:buNone/>
              <a:defRPr sz="960"/>
            </a:lvl4pPr>
            <a:lvl5pPr marL="2286000" lvl="4" indent="-228600" algn="l">
              <a:lnSpc>
                <a:spcPct val="100000"/>
              </a:lnSpc>
              <a:spcBef>
                <a:spcPts val="190"/>
              </a:spcBef>
              <a:spcAft>
                <a:spcPts val="0"/>
              </a:spcAft>
              <a:buClr>
                <a:schemeClr val="dk1"/>
              </a:buClr>
              <a:buSzPts val="960"/>
              <a:buNone/>
              <a:defRPr sz="960"/>
            </a:lvl5pPr>
            <a:lvl6pPr marL="2743200" lvl="5" indent="-228600" algn="l">
              <a:lnSpc>
                <a:spcPct val="100000"/>
              </a:lnSpc>
              <a:spcBef>
                <a:spcPts val="190"/>
              </a:spcBef>
              <a:spcAft>
                <a:spcPts val="0"/>
              </a:spcAft>
              <a:buClr>
                <a:schemeClr val="dk1"/>
              </a:buClr>
              <a:buSzPts val="960"/>
              <a:buNone/>
              <a:defRPr sz="960"/>
            </a:lvl6pPr>
            <a:lvl7pPr marL="3200400" lvl="6" indent="-228600" algn="l">
              <a:lnSpc>
                <a:spcPct val="100000"/>
              </a:lnSpc>
              <a:spcBef>
                <a:spcPts val="190"/>
              </a:spcBef>
              <a:spcAft>
                <a:spcPts val="0"/>
              </a:spcAft>
              <a:buClr>
                <a:schemeClr val="dk1"/>
              </a:buClr>
              <a:buSzPts val="960"/>
              <a:buNone/>
              <a:defRPr sz="960"/>
            </a:lvl7pPr>
            <a:lvl8pPr marL="3657600" lvl="7" indent="-228600" algn="l">
              <a:lnSpc>
                <a:spcPct val="100000"/>
              </a:lnSpc>
              <a:spcBef>
                <a:spcPts val="190"/>
              </a:spcBef>
              <a:spcAft>
                <a:spcPts val="0"/>
              </a:spcAft>
              <a:buClr>
                <a:schemeClr val="dk1"/>
              </a:buClr>
              <a:buSzPts val="960"/>
              <a:buNone/>
              <a:defRPr sz="960"/>
            </a:lvl8pPr>
            <a:lvl9pPr marL="4114800" lvl="8" indent="-228600" algn="l">
              <a:lnSpc>
                <a:spcPct val="100000"/>
              </a:lnSpc>
              <a:spcBef>
                <a:spcPts val="190"/>
              </a:spcBef>
              <a:spcAft>
                <a:spcPts val="0"/>
              </a:spcAft>
              <a:buClr>
                <a:schemeClr val="dk1"/>
              </a:buClr>
              <a:buSzPts val="960"/>
              <a:buNone/>
              <a:defRPr sz="960"/>
            </a:lvl9pPr>
          </a:lstStyle>
          <a:p/>
        </p:txBody>
      </p:sp>
      <p:sp>
        <p:nvSpPr>
          <p:cNvPr id="65" name="Google Shape;65;p13"/>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3"/>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3"/>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en-US"/>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matchingName="Title and Vertical Text">
  <p:cSld name="Title and Vertical Text">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a:spLocks noGrp="1"/>
          </p:cNvSpPr>
          <p:nvPr>
            <p:ph type="body" idx="1"/>
          </p:nvPr>
        </p:nvSpPr>
        <p:spPr>
          <a:xfrm rot="5400000">
            <a:off x="3833019" y="-1623218"/>
            <a:ext cx="4525963" cy="10972800"/>
          </a:xfrm>
          <a:prstGeom prst="rect">
            <a:avLst/>
          </a:prstGeom>
          <a:noFill/>
          <a:ln>
            <a:noFill/>
          </a:ln>
        </p:spPr>
        <p:txBody>
          <a:bodyPr spcFirstLastPara="1" wrap="square" lIns="81025" tIns="40500" rIns="81025" bIns="405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71" name="Google Shape;71;p14"/>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4"/>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4"/>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en-US"/>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 Title and Text">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xfrm rot="5400000">
            <a:off x="7285038" y="1828803"/>
            <a:ext cx="5851525" cy="2743200"/>
          </a:xfrm>
          <a:prstGeom prst="rect">
            <a:avLst/>
          </a:prstGeom>
          <a:noFill/>
          <a:ln>
            <a:noFill/>
          </a:ln>
        </p:spPr>
        <p:txBody>
          <a:bodyPr spcFirstLastPara="1" wrap="square" lIns="81025" tIns="40500" rIns="81025" bIns="405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5"/>
          <p:cNvSpPr txBox="1">
            <a:spLocks noGrp="1"/>
          </p:cNvSpPr>
          <p:nvPr>
            <p:ph type="body" idx="1"/>
          </p:nvPr>
        </p:nvSpPr>
        <p:spPr>
          <a:xfrm rot="5400000">
            <a:off x="1697038" y="-812797"/>
            <a:ext cx="5851525" cy="8026400"/>
          </a:xfrm>
          <a:prstGeom prst="rect">
            <a:avLst/>
          </a:prstGeom>
          <a:noFill/>
          <a:ln>
            <a:noFill/>
          </a:ln>
        </p:spPr>
        <p:txBody>
          <a:bodyPr spcFirstLastPara="1" wrap="square" lIns="81025" tIns="40500" rIns="81025" bIns="405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77" name="Google Shape;77;p15"/>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1" Type="http://schemas.openxmlformats.org/officeDocument/2006/relationships/theme" Target="../theme/theme2.xml"/><Relationship Id="rId10" Type="http://schemas.openxmlformats.org/officeDocument/2006/relationships/image" Target="../media/image1.png"/><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46DAB4-64D8-47E1-86DF-DDDBF407C837}"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8B65B4-F627-48A4-BDD7-73C74112FD6B}"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0"/>
          <a:stretch>
            <a:fillRect/>
          </a:stretch>
        </a:blipFill>
        <a:effectLst/>
      </p:bgPr>
    </p:bg>
    <p:spTree>
      <p:nvGrpSpPr>
        <p:cNvPr id="1" name="Shape 5"/>
        <p:cNvGrpSpPr/>
        <p:nvPr/>
      </p:nvGrpSpPr>
      <p:grpSpPr>
        <a:xfrm>
          <a:off x="0" y="0"/>
          <a:ext cx="0" cy="0"/>
          <a:chOff x="0" y="0"/>
          <a:chExt cx="0" cy="0"/>
        </a:xfrm>
      </p:grpSpPr>
      <p:sp>
        <p:nvSpPr>
          <p:cNvPr id="6" name="Google Shape;6;p4"/>
          <p:cNvSpPr txBox="1">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chorCtr="0">
            <a:normAutofit/>
          </a:bodyPr>
          <a:lstStyle>
            <a:lvl1pPr marR="0" lvl="0" algn="ctr" rtl="0">
              <a:lnSpc>
                <a:spcPct val="100000"/>
              </a:lnSpc>
              <a:spcBef>
                <a:spcPts val="0"/>
              </a:spcBef>
              <a:spcAft>
                <a:spcPts val="0"/>
              </a:spcAft>
              <a:buClr>
                <a:schemeClr val="dk1"/>
              </a:buClr>
              <a:buSzPts val="4680"/>
              <a:buFont typeface="Calibri" panose="020F0502020204030204"/>
              <a:buNone/>
              <a:defRPr sz="468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7" name="Google Shape;7;p4"/>
          <p:cNvSpPr txBox="1">
            <a:spLocks noGrp="1"/>
          </p:cNvSpPr>
          <p:nvPr>
            <p:ph type="body" idx="1"/>
          </p:nvPr>
        </p:nvSpPr>
        <p:spPr>
          <a:xfrm>
            <a:off x="609600" y="1600201"/>
            <a:ext cx="10972800" cy="4525963"/>
          </a:xfrm>
          <a:prstGeom prst="rect">
            <a:avLst/>
          </a:prstGeom>
          <a:noFill/>
          <a:ln>
            <a:noFill/>
          </a:ln>
        </p:spPr>
        <p:txBody>
          <a:bodyPr spcFirstLastPara="1" wrap="square" lIns="81025" tIns="40500" rIns="81025" bIns="40500" anchor="t" anchorCtr="0">
            <a:normAutofit/>
          </a:bodyPr>
          <a:lstStyle>
            <a:lvl1pPr marL="457200" marR="0" lvl="0" indent="-441960" algn="l" rtl="0">
              <a:lnSpc>
                <a:spcPct val="100000"/>
              </a:lnSpc>
              <a:spcBef>
                <a:spcPts val="670"/>
              </a:spcBef>
              <a:spcAft>
                <a:spcPts val="0"/>
              </a:spcAft>
              <a:buClr>
                <a:schemeClr val="dk1"/>
              </a:buClr>
              <a:buSzPts val="3360"/>
              <a:buFont typeface="Arial" panose="020B0604020202020204"/>
              <a:buChar char="•"/>
              <a:defRPr sz="336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19100" algn="l" rtl="0">
              <a:lnSpc>
                <a:spcPct val="100000"/>
              </a:lnSpc>
              <a:spcBef>
                <a:spcPts val="600"/>
              </a:spcBef>
              <a:spcAft>
                <a:spcPts val="0"/>
              </a:spcAft>
              <a:buClr>
                <a:schemeClr val="dk1"/>
              </a:buClr>
              <a:buSzPts val="3000"/>
              <a:buFont typeface="Arial" panose="020B0604020202020204"/>
              <a:buChar char="–"/>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8620" algn="l" rtl="0">
              <a:lnSpc>
                <a:spcPct val="100000"/>
              </a:lnSpc>
              <a:spcBef>
                <a:spcPts val="505"/>
              </a:spcBef>
              <a:spcAft>
                <a:spcPts val="0"/>
              </a:spcAft>
              <a:buClr>
                <a:schemeClr val="dk1"/>
              </a:buClr>
              <a:buSzPts val="2520"/>
              <a:buFont typeface="Arial" panose="020B0604020202020204"/>
              <a:buChar char="•"/>
              <a:defRPr sz="252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65760" algn="l" rtl="0">
              <a:lnSpc>
                <a:spcPct val="100000"/>
              </a:lnSpc>
              <a:spcBef>
                <a:spcPts val="430"/>
              </a:spcBef>
              <a:spcAft>
                <a:spcPts val="0"/>
              </a:spcAft>
              <a:buClr>
                <a:schemeClr val="dk1"/>
              </a:buClr>
              <a:buSzPts val="2160"/>
              <a:buFont typeface="Arial" panose="020B0604020202020204"/>
              <a:buChar char="–"/>
              <a:defRPr sz="216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65760" algn="l" rtl="0">
              <a:lnSpc>
                <a:spcPct val="100000"/>
              </a:lnSpc>
              <a:spcBef>
                <a:spcPts val="430"/>
              </a:spcBef>
              <a:spcAft>
                <a:spcPts val="0"/>
              </a:spcAft>
              <a:buClr>
                <a:schemeClr val="dk1"/>
              </a:buClr>
              <a:buSzPts val="2160"/>
              <a:buFont typeface="Arial" panose="020B0604020202020204"/>
              <a:buChar char="»"/>
              <a:defRPr sz="216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65760" algn="l" rtl="0">
              <a:lnSpc>
                <a:spcPct val="100000"/>
              </a:lnSpc>
              <a:spcBef>
                <a:spcPts val="430"/>
              </a:spcBef>
              <a:spcAft>
                <a:spcPts val="0"/>
              </a:spcAft>
              <a:buClr>
                <a:schemeClr val="dk1"/>
              </a:buClr>
              <a:buSzPts val="2160"/>
              <a:buFont typeface="Arial" panose="020B0604020202020204"/>
              <a:buChar char="•"/>
              <a:defRPr sz="216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65760" algn="l" rtl="0">
              <a:lnSpc>
                <a:spcPct val="100000"/>
              </a:lnSpc>
              <a:spcBef>
                <a:spcPts val="430"/>
              </a:spcBef>
              <a:spcAft>
                <a:spcPts val="0"/>
              </a:spcAft>
              <a:buClr>
                <a:schemeClr val="dk1"/>
              </a:buClr>
              <a:buSzPts val="2160"/>
              <a:buFont typeface="Arial" panose="020B0604020202020204"/>
              <a:buChar char="•"/>
              <a:defRPr sz="216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65760" algn="l" rtl="0">
              <a:lnSpc>
                <a:spcPct val="100000"/>
              </a:lnSpc>
              <a:spcBef>
                <a:spcPts val="430"/>
              </a:spcBef>
              <a:spcAft>
                <a:spcPts val="0"/>
              </a:spcAft>
              <a:buClr>
                <a:schemeClr val="dk1"/>
              </a:buClr>
              <a:buSzPts val="2160"/>
              <a:buFont typeface="Arial" panose="020B0604020202020204"/>
              <a:buChar char="•"/>
              <a:defRPr sz="216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65760" algn="l" rtl="0">
              <a:lnSpc>
                <a:spcPct val="100000"/>
              </a:lnSpc>
              <a:spcBef>
                <a:spcPts val="430"/>
              </a:spcBef>
              <a:spcAft>
                <a:spcPts val="0"/>
              </a:spcAft>
              <a:buClr>
                <a:schemeClr val="dk1"/>
              </a:buClr>
              <a:buSzPts val="2160"/>
              <a:buFont typeface="Arial" panose="020B0604020202020204"/>
              <a:buChar char="•"/>
              <a:defRPr sz="216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4"/>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20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20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20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20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20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20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20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20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kern="0"/>
          </a:p>
        </p:txBody>
      </p:sp>
      <p:sp>
        <p:nvSpPr>
          <p:cNvPr id="9" name="Google Shape;9;p4"/>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20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20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20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20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20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20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20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20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kern="0"/>
          </a:p>
        </p:txBody>
      </p:sp>
      <p:sp>
        <p:nvSpPr>
          <p:cNvPr id="10" name="Google Shape;10;p4"/>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rtl="0">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320"/>
              <a:buFont typeface="Arial" panose="020B0604020202020204"/>
              <a:buNone/>
              <a:defRPr sz="132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en-US" kern="0"/>
            </a:fld>
            <a:endParaRPr kern="0"/>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898525" y="2818765"/>
            <a:ext cx="10471785" cy="2045335"/>
          </a:xfrm>
          <a:prstGeom prst="rect">
            <a:avLst/>
          </a:prstGeom>
          <a:noFill/>
          <a:ln>
            <a:noFill/>
          </a:ln>
        </p:spPr>
        <p:txBody>
          <a:bodyPr spcFirstLastPara="1" wrap="square" lIns="81025" tIns="40500" rIns="81025" bIns="40500" anchor="ctr" anchorCtr="0">
            <a:normAutofit fontScale="90000"/>
          </a:bodyPr>
          <a:lstStyle/>
          <a:p>
            <a:pPr lvl="0">
              <a:buSzPct val="97000"/>
            </a:pPr>
            <a:r>
              <a:rPr lang="en-US" altLang="en-US" sz="3110" dirty="0">
                <a:latin typeface="Times New Roman" panose="02020603050405020304" pitchFamily="18" charset="0"/>
                <a:cs typeface="Times New Roman" panose="02020603050405020304" pitchFamily="18" charset="0"/>
              </a:rPr>
              <a:t>An Intelligent Disaster Response Framework with Multi-Source Incident Verification and Machine Learning-Based Volunteer Allocation</a:t>
            </a:r>
            <a:br>
              <a:rPr lang="en-US"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Under the Guidance of </a:t>
            </a:r>
            <a:br>
              <a:rPr lang="en-US" sz="2800" dirty="0">
                <a:latin typeface="Times New Roman" panose="02020603050405020304" pitchFamily="18" charset="0"/>
                <a:cs typeface="Times New Roman" panose="02020603050405020304" pitchFamily="18" charset="0"/>
              </a:rPr>
            </a:br>
            <a:r>
              <a:rPr lang="en-IN" sz="3100" dirty="0">
                <a:latin typeface="Times New Roman" panose="02020603050405020304" pitchFamily="18" charset="0"/>
                <a:cs typeface="Times New Roman" panose="02020603050405020304" pitchFamily="18" charset="0"/>
              </a:rPr>
              <a:t>Mrs.Arti Budhiraja</a:t>
            </a:r>
            <a:endParaRPr lang="en-IN" sz="3100" dirty="0">
              <a:latin typeface="Times New Roman" panose="02020603050405020304" pitchFamily="18" charset="0"/>
              <a:cs typeface="Times New Roman" panose="02020603050405020304" pitchFamily="18" charset="0"/>
            </a:endParaRPr>
          </a:p>
        </p:txBody>
      </p:sp>
      <p:sp>
        <p:nvSpPr>
          <p:cNvPr id="3" name="Google Shape;84;p1"/>
          <p:cNvSpPr txBox="1"/>
          <p:nvPr/>
        </p:nvSpPr>
        <p:spPr>
          <a:xfrm>
            <a:off x="7842250" y="4713605"/>
            <a:ext cx="4440555" cy="1960880"/>
          </a:xfrm>
          <a:prstGeom prst="rect">
            <a:avLst/>
          </a:prstGeom>
          <a:noFill/>
          <a:ln>
            <a:noFill/>
          </a:ln>
        </p:spPr>
        <p:txBody>
          <a:bodyPr spcFirstLastPara="1" wrap="square" lIns="81025" tIns="40500" rIns="81025" bIns="40500" anchor="ctr" anchorCtr="0">
            <a:normAutofit lnSpcReduction="1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panose="020F0502020204030204"/>
              <a:buNone/>
              <a:defRPr sz="468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defTabSz="914400" rtl="0" eaLnBrk="1" fontAlgn="auto" latinLnBrk="0" hangingPunct="1">
              <a:lnSpc>
                <a:spcPct val="100000"/>
              </a:lnSpc>
              <a:spcBef>
                <a:spcPts val="0"/>
              </a:spcBef>
              <a:spcAft>
                <a:spcPts val="0"/>
              </a:spcAft>
              <a:buClr>
                <a:srgbClr val="000000"/>
              </a:buClr>
              <a:buSzPct val="97000"/>
              <a:buFont typeface="Calibri" panose="020F0502020204030204"/>
              <a:buNone/>
              <a:defRPr/>
            </a:pP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rPr>
              <a:t>Team members:</a:t>
            </a:r>
            <a:endPar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0" marR="0" lvl="0" indent="0" algn="l" defTabSz="914400" rtl="0" eaLnBrk="1" fontAlgn="auto" latinLnBrk="0" hangingPunct="1">
              <a:lnSpc>
                <a:spcPct val="100000"/>
              </a:lnSpc>
              <a:spcBef>
                <a:spcPts val="0"/>
              </a:spcBef>
              <a:spcAft>
                <a:spcPts val="0"/>
              </a:spcAft>
              <a:buClr>
                <a:srgbClr val="000000"/>
              </a:buClr>
              <a:buSzPct val="97000"/>
              <a:buFont typeface="Calibri" panose="020F0502020204030204"/>
              <a:buNone/>
              <a:defRPr/>
            </a:pPr>
            <a:r>
              <a:rPr lang="en-IN" altLang="en-US" sz="1900" noProof="0" dirty="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mn-ea"/>
                <a:cs typeface="Times New Roman" panose="02020603050405020304" pitchFamily="18" charset="0"/>
                <a:sym typeface="Arial" panose="020B0604020202020204" pitchFamily="34" charset="0"/>
              </a:rPr>
              <a:t>24BD5A0543	B.SHIVA</a:t>
            </a:r>
            <a:endParaRPr lang="en-IN" altLang="en-US" sz="1900" noProof="0" dirty="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mn-ea"/>
              <a:cs typeface="Times New Roman" panose="02020603050405020304" pitchFamily="18"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
                <a:srgbClr val="000000"/>
              </a:buClr>
              <a:buSzPct val="97000"/>
              <a:buFont typeface="Calibri" panose="020F0502020204030204"/>
              <a:buNone/>
              <a:defRPr/>
            </a:pPr>
            <a:r>
              <a:rPr lang="en-IN" altLang="en-US" sz="1900" noProof="0" dirty="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cs typeface="Times New Roman" panose="02020603050405020304" pitchFamily="18" charset="0"/>
                <a:sym typeface="Arial" panose="020B0604020202020204" pitchFamily="34" charset="0"/>
              </a:rPr>
              <a:t>24BD5A0544	G.MAHIPAL</a:t>
            </a:r>
            <a:endParaRPr lang="en-IN" altLang="en-US" sz="1900" noProof="0" dirty="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cs typeface="Times New Roman" panose="02020603050405020304" pitchFamily="18"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
                <a:srgbClr val="000000"/>
              </a:buClr>
              <a:buSzPct val="97000"/>
              <a:buFont typeface="Calibri" panose="020F0502020204030204"/>
              <a:buNone/>
              <a:defRPr/>
            </a:pPr>
            <a:r>
              <a:rPr lang="en-IN" altLang="en-US" sz="1900" noProof="0" dirty="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cs typeface="Times New Roman" panose="02020603050405020304" pitchFamily="18" charset="0"/>
                <a:sym typeface="Arial" panose="020B0604020202020204" pitchFamily="34" charset="0"/>
              </a:rPr>
              <a:t>24BD5A0546	MADIHA FATHIMA</a:t>
            </a:r>
            <a:endParaRPr lang="en-IN" altLang="en-US" sz="1900" noProof="0" dirty="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cs typeface="Times New Roman" panose="02020603050405020304" pitchFamily="18"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
                <a:srgbClr val="000000"/>
              </a:buClr>
              <a:buSzPct val="97000"/>
              <a:buFont typeface="Calibri" panose="020F0502020204030204"/>
              <a:buNone/>
              <a:defRPr/>
            </a:pPr>
            <a:r>
              <a:rPr lang="en-IN" altLang="en-US" sz="1900" noProof="0" dirty="0" smtClean="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cs typeface="Times New Roman" panose="02020603050405020304" pitchFamily="18" charset="0"/>
                <a:sym typeface="Arial" panose="020B0604020202020204" pitchFamily="34" charset="0"/>
              </a:rPr>
              <a:t>24BD5A0547	P.SRIHITHA</a:t>
            </a:r>
            <a:endParaRPr kumimoji="0" lang="en-US" sz="1900" b="0" i="0" u="none" strike="noStrike" kern="0" cap="none" spc="0" normalizeH="0" baseline="0" noProof="0" dirty="0">
              <a:ln>
                <a:noFill/>
              </a:ln>
              <a:solidFill>
                <a:srgbClr val="000000"/>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09600" y="235309"/>
            <a:ext cx="10972800" cy="1143000"/>
          </a:xfrm>
        </p:spPr>
        <p:txBody>
          <a:bodyPr/>
          <a:lstStyle/>
          <a:p>
            <a:pPr algn="ctr"/>
            <a:r>
              <a:rPr lang="en-US" dirty="0">
                <a:latin typeface="Times New Roman" panose="02020603050405020304" pitchFamily="18" charset="0"/>
                <a:cs typeface="Times New Roman" panose="02020603050405020304" pitchFamily="18" charset="0"/>
              </a:rPr>
              <a:t>Abstract</a:t>
            </a:r>
            <a:endParaRPr lang="en-US" dirty="0">
              <a:latin typeface="Times New Roman" panose="02020603050405020304" pitchFamily="18" charset="0"/>
              <a:cs typeface="Times New Roman" panose="02020603050405020304" pitchFamily="18" charset="0"/>
            </a:endParaRPr>
          </a:p>
        </p:txBody>
      </p:sp>
      <p:sp>
        <p:nvSpPr>
          <p:cNvPr id="10" name="Text Placeholder 9"/>
          <p:cNvSpPr>
            <a:spLocks noGrp="1"/>
          </p:cNvSpPr>
          <p:nvPr>
            <p:ph type="body" idx="2"/>
          </p:nvPr>
        </p:nvSpPr>
        <p:spPr>
          <a:xfrm>
            <a:off x="560438" y="1634099"/>
            <a:ext cx="11071123" cy="4683125"/>
          </a:xfrm>
        </p:spPr>
        <p:txBody>
          <a:bodyPr>
            <a:normAutofit/>
          </a:bodyPr>
          <a:lstStyle/>
          <a:p>
            <a:r>
              <a:rPr lang="en-US" altLang="en-US" sz="2400" dirty="0">
                <a:latin typeface="Times New Roman" panose="02020603050405020304" pitchFamily="18" charset="0"/>
                <a:cs typeface="Times New Roman" panose="02020603050405020304" pitchFamily="18" charset="0"/>
              </a:rPr>
              <a:t>Natural disasters require rapid and reliable emergency response to minimize the loss of lives and property. Existing disaster management systems primarily focus on disaster reporting, GIS monitoring, and resource management but lack mechanisms to verify the authenticity of disaster reports and intelligently allocate volunteers before emergency resources are dispatched</a:t>
            </a:r>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This project proposes an </a:t>
            </a:r>
            <a:r>
              <a:rPr lang="en-US" altLang="en-US" sz="2400" b="1" dirty="0">
                <a:latin typeface="Times New Roman" panose="02020603050405020304" pitchFamily="18" charset="0"/>
                <a:cs typeface="Times New Roman" panose="02020603050405020304" pitchFamily="18" charset="0"/>
              </a:rPr>
              <a:t>Intelligent Disaster Response Framework </a:t>
            </a:r>
            <a:r>
              <a:rPr lang="en-US" altLang="en-US" sz="2400" dirty="0">
                <a:latin typeface="Times New Roman" panose="02020603050405020304" pitchFamily="18" charset="0"/>
                <a:cs typeface="Times New Roman" panose="02020603050405020304" pitchFamily="18" charset="0"/>
              </a:rPr>
              <a:t>that introduces the </a:t>
            </a:r>
            <a:r>
              <a:rPr lang="en-US" altLang="en-US" sz="2400" b="1" dirty="0">
                <a:latin typeface="Times New Roman" panose="02020603050405020304" pitchFamily="18" charset="0"/>
                <a:cs typeface="Times New Roman" panose="02020603050405020304" pitchFamily="18" charset="0"/>
              </a:rPr>
              <a:t>Multi-Source Disaster Verification Framework (MDVF)</a:t>
            </a:r>
            <a:r>
              <a:rPr lang="en-US" altLang="en-US" sz="2400" dirty="0">
                <a:latin typeface="Times New Roman" panose="02020603050405020304" pitchFamily="18" charset="0"/>
                <a:cs typeface="Times New Roman" panose="02020603050405020304" pitchFamily="18" charset="0"/>
              </a:rPr>
              <a:t>,</a:t>
            </a:r>
            <a:r>
              <a:rPr lang="en-US" altLang="en-US" sz="2400" b="1" dirty="0">
                <a:latin typeface="Times New Roman" panose="02020603050405020304" pitchFamily="18" charset="0"/>
                <a:cs typeface="Times New Roman" panose="02020603050405020304" pitchFamily="18" charset="0"/>
              </a:rPr>
              <a:t> Machine Learning-Based Disaster Severity Classification</a:t>
            </a:r>
            <a:r>
              <a:rPr lang="en-US" altLang="en-US" sz="2400" dirty="0">
                <a:latin typeface="Times New Roman" panose="02020603050405020304" pitchFamily="18" charset="0"/>
                <a:cs typeface="Times New Roman" panose="02020603050405020304" pitchFamily="18" charset="0"/>
              </a:rPr>
              <a:t>, and a</a:t>
            </a:r>
            <a:r>
              <a:rPr lang="en-US" altLang="en-US" sz="2400" b="1" dirty="0">
                <a:latin typeface="Times New Roman" panose="02020603050405020304" pitchFamily="18" charset="0"/>
                <a:cs typeface="Times New Roman" panose="02020603050405020304" pitchFamily="18" charset="0"/>
              </a:rPr>
              <a:t> Smart Volunteer Allocation Engine</a:t>
            </a:r>
            <a:r>
              <a:rPr lang="en-US" altLang="en-US" sz="2400" dirty="0">
                <a:latin typeface="Times New Roman" panose="02020603050405020304" pitchFamily="18" charset="0"/>
                <a:cs typeface="Times New Roman" panose="02020603050405020304" pitchFamily="18" charset="0"/>
              </a:rPr>
              <a:t>. The proposed framework verifies disaster reports, predicts disaster severity using Random Forest and XGBoost, and prioritizes volunteers based on Skill Match, Distance, and Availability to improve verification accuracy, optimize volunteer utilization, and reduce emergency response time.</a:t>
            </a: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09600" y="235309"/>
            <a:ext cx="10972800" cy="1143000"/>
          </a:xfrm>
        </p:spPr>
        <p:txBody>
          <a:bodyPr/>
          <a:lstStyle/>
          <a:p>
            <a:pPr algn="ctr"/>
            <a:r>
              <a:rPr lang="en-US" dirty="0">
                <a:latin typeface="Times New Roman" panose="02020603050405020304" pitchFamily="18" charset="0"/>
                <a:cs typeface="Times New Roman" panose="02020603050405020304" pitchFamily="18" charset="0"/>
              </a:rPr>
              <a:t>Base </a:t>
            </a:r>
            <a:r>
              <a:rPr lang="en-IN" altLang="en-US" dirty="0">
                <a:latin typeface="Times New Roman" panose="02020603050405020304" pitchFamily="18" charset="0"/>
                <a:cs typeface="Times New Roman" panose="02020603050405020304" pitchFamily="18" charset="0"/>
              </a:rPr>
              <a:t>p</a:t>
            </a:r>
            <a:r>
              <a:rPr lang="en-US" dirty="0">
                <a:latin typeface="Times New Roman" panose="02020603050405020304" pitchFamily="18" charset="0"/>
                <a:cs typeface="Times New Roman" panose="02020603050405020304" pitchFamily="18" charset="0"/>
              </a:rPr>
              <a:t>aper</a:t>
            </a:r>
            <a:endParaRPr lang="en-US" dirty="0">
              <a:latin typeface="Times New Roman" panose="02020603050405020304" pitchFamily="18" charset="0"/>
              <a:cs typeface="Times New Roman" panose="02020603050405020304" pitchFamily="18" charset="0"/>
            </a:endParaRPr>
          </a:p>
        </p:txBody>
      </p:sp>
      <p:sp>
        <p:nvSpPr>
          <p:cNvPr id="10" name="Text Placeholder 9"/>
          <p:cNvSpPr>
            <a:spLocks noGrp="1"/>
          </p:cNvSpPr>
          <p:nvPr>
            <p:ph type="body" idx="2"/>
          </p:nvPr>
        </p:nvSpPr>
        <p:spPr>
          <a:xfrm>
            <a:off x="560705" y="1084580"/>
            <a:ext cx="11071225" cy="5232400"/>
          </a:xfrm>
        </p:spPr>
        <p:txBody>
          <a:bodyPr>
            <a:noAutofit/>
          </a:bodyPr>
          <a:lstStyle/>
          <a:p>
            <a:pPr marL="0" indent="0">
              <a:buNone/>
            </a:pPr>
            <a:r>
              <a:rPr lang="en-IN" sz="2300" b="1" dirty="0">
                <a:latin typeface="Times New Roman" panose="02020603050405020304" pitchFamily="18" charset="0"/>
                <a:cs typeface="Times New Roman" panose="02020603050405020304" pitchFamily="18" charset="0"/>
              </a:rPr>
              <a:t>Title: </a:t>
            </a:r>
            <a:r>
              <a:rPr lang="en-US" altLang="en-US" sz="2300" dirty="0">
                <a:latin typeface="Times New Roman" panose="02020603050405020304" pitchFamily="18" charset="0"/>
                <a:cs typeface="Times New Roman" panose="02020603050405020304" pitchFamily="18" charset="0"/>
              </a:rPr>
              <a:t>An Intelligent Disaster Management System: Integrating Technology for Effective Response and Recovery</a:t>
            </a:r>
            <a:endParaRPr lang="en-US" altLang="en-US" sz="2300" b="1" dirty="0">
              <a:latin typeface="Times New Roman" panose="02020603050405020304" pitchFamily="18" charset="0"/>
              <a:cs typeface="Times New Roman" panose="02020603050405020304" pitchFamily="18" charset="0"/>
            </a:endParaRPr>
          </a:p>
          <a:p>
            <a:r>
              <a:rPr lang="en-IN" sz="2300" b="1" dirty="0">
                <a:latin typeface="Times New Roman" panose="02020603050405020304" pitchFamily="18" charset="0"/>
                <a:cs typeface="Times New Roman" panose="02020603050405020304" pitchFamily="18" charset="0"/>
              </a:rPr>
              <a:t>Objectives</a:t>
            </a:r>
            <a:endParaRPr lang="en-IN" sz="2300" b="1" dirty="0">
              <a:latin typeface="Times New Roman" panose="02020603050405020304" pitchFamily="18" charset="0"/>
              <a:cs typeface="Times New Roman" panose="02020603050405020304" pitchFamily="18" charset="0"/>
            </a:endParaRPr>
          </a:p>
          <a:p>
            <a:r>
              <a:rPr lang="en-US" altLang="en-US" sz="2300" dirty="0">
                <a:latin typeface="Times New Roman" panose="02020603050405020304" pitchFamily="18" charset="0"/>
                <a:cs typeface="Times New Roman" panose="02020603050405020304" pitchFamily="18" charset="0"/>
              </a:rPr>
              <a:t>Improve disaster preparedness, response, and recovery.</a:t>
            </a:r>
            <a:endParaRPr lang="en-US" altLang="en-US" sz="2300" b="1" dirty="0">
              <a:latin typeface="Times New Roman" panose="02020603050405020304" pitchFamily="18" charset="0"/>
              <a:cs typeface="Times New Roman" panose="02020603050405020304" pitchFamily="18" charset="0"/>
            </a:endParaRPr>
          </a:p>
          <a:p>
            <a:r>
              <a:rPr lang="en-US" altLang="en-US" sz="2300" dirty="0">
                <a:latin typeface="Times New Roman" panose="02020603050405020304" pitchFamily="18" charset="0"/>
                <a:cs typeface="Times New Roman" panose="02020603050405020304" pitchFamily="18" charset="0"/>
              </a:rPr>
              <a:t>Integrate AI for disaster prediction and early warning.</a:t>
            </a:r>
            <a:endParaRPr lang="en-US" altLang="en-US" sz="2300" b="1" dirty="0">
              <a:latin typeface="Times New Roman" panose="02020603050405020304" pitchFamily="18" charset="0"/>
              <a:cs typeface="Times New Roman" panose="02020603050405020304" pitchFamily="18" charset="0"/>
            </a:endParaRPr>
          </a:p>
          <a:p>
            <a:r>
              <a:rPr lang="en-US" altLang="en-US" sz="2300" dirty="0">
                <a:latin typeface="Times New Roman" panose="02020603050405020304" pitchFamily="18" charset="0"/>
                <a:cs typeface="Times New Roman" panose="02020603050405020304" pitchFamily="18" charset="0"/>
              </a:rPr>
              <a:t>Enable GIS-based monitoring and real-time communication.</a:t>
            </a:r>
            <a:r>
              <a:rPr lang="en-IN" sz="2300" dirty="0">
                <a:latin typeface="Times New Roman" panose="02020603050405020304" pitchFamily="18" charset="0"/>
                <a:cs typeface="Times New Roman" panose="02020603050405020304" pitchFamily="18" charset="0"/>
              </a:rPr>
              <a:t>. </a:t>
            </a:r>
            <a:endParaRPr lang="en-IN" sz="2300" dirty="0">
              <a:latin typeface="Times New Roman" panose="02020603050405020304" pitchFamily="18" charset="0"/>
              <a:cs typeface="Times New Roman" panose="02020603050405020304" pitchFamily="18" charset="0"/>
            </a:endParaRPr>
          </a:p>
          <a:p>
            <a:r>
              <a:rPr lang="en-US" altLang="en-US" sz="2300" dirty="0">
                <a:latin typeface="Times New Roman" panose="02020603050405020304" pitchFamily="18" charset="0"/>
                <a:cs typeface="Times New Roman" panose="02020603050405020304" pitchFamily="18" charset="0"/>
              </a:rPr>
              <a:t>Optimize emergency resource management.</a:t>
            </a:r>
            <a:r>
              <a:rPr lang="en-IN" sz="2300" dirty="0">
                <a:latin typeface="Times New Roman" panose="02020603050405020304" pitchFamily="18" charset="0"/>
                <a:cs typeface="Times New Roman" panose="02020603050405020304" pitchFamily="18" charset="0"/>
              </a:rPr>
              <a:t> </a:t>
            </a:r>
            <a:endParaRPr lang="en-IN" sz="2300" dirty="0">
              <a:latin typeface="Times New Roman" panose="02020603050405020304" pitchFamily="18" charset="0"/>
              <a:cs typeface="Times New Roman" panose="02020603050405020304" pitchFamily="18" charset="0"/>
            </a:endParaRPr>
          </a:p>
          <a:p>
            <a:r>
              <a:rPr lang="en-US" altLang="en-US" sz="2300" dirty="0">
                <a:latin typeface="Times New Roman" panose="02020603050405020304" pitchFamily="18" charset="0"/>
                <a:cs typeface="Times New Roman" panose="02020603050405020304" pitchFamily="18" charset="0"/>
              </a:rPr>
              <a:t>Support coordination among government agencies, NGOs, and volunteers.</a:t>
            </a:r>
            <a:r>
              <a:rPr lang="en-IN" sz="2300" dirty="0">
                <a:latin typeface="Times New Roman" panose="02020603050405020304" pitchFamily="18" charset="0"/>
                <a:cs typeface="Times New Roman" panose="02020603050405020304" pitchFamily="18" charset="0"/>
              </a:rPr>
              <a:t> </a:t>
            </a:r>
            <a:endParaRPr lang="en-IN" sz="2300" dirty="0">
              <a:latin typeface="Times New Roman" panose="02020603050405020304" pitchFamily="18" charset="0"/>
              <a:cs typeface="Times New Roman" panose="02020603050405020304" pitchFamily="18" charset="0"/>
            </a:endParaRPr>
          </a:p>
          <a:p>
            <a:r>
              <a:rPr lang="en-IN" sz="2300" b="1" dirty="0">
                <a:latin typeface="Times New Roman" panose="02020603050405020304" pitchFamily="18" charset="0"/>
                <a:cs typeface="Times New Roman" panose="02020603050405020304" pitchFamily="18" charset="0"/>
              </a:rPr>
              <a:t>Technologies Used</a:t>
            </a:r>
            <a:endParaRPr lang="en-IN" sz="2300" b="1" dirty="0">
              <a:latin typeface="Times New Roman" panose="02020603050405020304" pitchFamily="18" charset="0"/>
              <a:cs typeface="Times New Roman" panose="02020603050405020304" pitchFamily="18" charset="0"/>
            </a:endParaRPr>
          </a:p>
          <a:p>
            <a:r>
              <a:rPr lang="en-US" altLang="en-US" sz="2300" dirty="0">
                <a:latin typeface="Times New Roman" panose="02020603050405020304" pitchFamily="18" charset="0"/>
                <a:cs typeface="Times New Roman" panose="02020603050405020304" pitchFamily="18" charset="0"/>
              </a:rPr>
              <a:t>React.js</a:t>
            </a:r>
            <a:endParaRPr lang="en-US" altLang="en-US" sz="2300" dirty="0">
              <a:latin typeface="Times New Roman" panose="02020603050405020304" pitchFamily="18" charset="0"/>
              <a:cs typeface="Times New Roman" panose="02020603050405020304" pitchFamily="18" charset="0"/>
            </a:endParaRPr>
          </a:p>
          <a:p>
            <a:r>
              <a:rPr lang="en-US" altLang="en-US" sz="2300" dirty="0">
                <a:latin typeface="Times New Roman" panose="02020603050405020304" pitchFamily="18" charset="0"/>
                <a:cs typeface="Times New Roman" panose="02020603050405020304" pitchFamily="18" charset="0"/>
              </a:rPr>
              <a:t>Node.js</a:t>
            </a:r>
            <a:endParaRPr lang="en-US" altLang="en-US" sz="2300" dirty="0">
              <a:latin typeface="Times New Roman" panose="02020603050405020304" pitchFamily="18" charset="0"/>
              <a:cs typeface="Times New Roman" panose="02020603050405020304" pitchFamily="18" charset="0"/>
            </a:endParaRPr>
          </a:p>
          <a:p>
            <a:r>
              <a:rPr lang="en-US" altLang="en-US" sz="2300" dirty="0">
                <a:latin typeface="Times New Roman" panose="02020603050405020304" pitchFamily="18" charset="0"/>
                <a:cs typeface="Times New Roman" panose="02020603050405020304" pitchFamily="18" charset="0"/>
              </a:rPr>
              <a:t>AI / Machine Learning</a:t>
            </a:r>
            <a:r>
              <a:rPr lang="en-IN" sz="2300" dirty="0">
                <a:latin typeface="Times New Roman" panose="02020603050405020304" pitchFamily="18" charset="0"/>
                <a:cs typeface="Times New Roman" panose="02020603050405020304" pitchFamily="18" charset="0"/>
              </a:rPr>
              <a:t> </a:t>
            </a:r>
            <a:endParaRPr lang="en-IN" sz="2300" dirty="0">
              <a:latin typeface="Times New Roman" panose="02020603050405020304" pitchFamily="18" charset="0"/>
              <a:cs typeface="Times New Roman" panose="02020603050405020304" pitchFamily="18" charset="0"/>
            </a:endParaRPr>
          </a:p>
          <a:p>
            <a:r>
              <a:rPr lang="en-US" altLang="en-US" sz="2300" dirty="0">
                <a:latin typeface="Times New Roman" panose="02020603050405020304" pitchFamily="18" charset="0"/>
                <a:cs typeface="Times New Roman" panose="02020603050405020304" pitchFamily="18" charset="0"/>
              </a:rPr>
              <a:t>PostgreSQL / MongoDB</a:t>
            </a:r>
            <a:endParaRPr lang="en-US" altLang="en-US" sz="2300" dirty="0">
              <a:latin typeface="Times New Roman" panose="02020603050405020304" pitchFamily="18" charset="0"/>
              <a:cs typeface="Times New Roman" panose="02020603050405020304" pitchFamily="18" charset="0"/>
            </a:endParaRPr>
          </a:p>
          <a:p>
            <a:pPr marL="0" indent="0">
              <a:buNone/>
            </a:pPr>
            <a:endParaRPr lang="en-US" altLang="en-US" sz="2300" dirty="0">
              <a:latin typeface="Times New Roman" panose="02020603050405020304" pitchFamily="18" charset="0"/>
              <a:cs typeface="Times New Roman" panose="02020603050405020304" pitchFamily="18" charset="0"/>
            </a:endParaRPr>
          </a:p>
          <a:p>
            <a:endParaRPr lang="en-US" altLang="en-US" sz="2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09600" y="235309"/>
            <a:ext cx="10972800" cy="1143000"/>
          </a:xfrm>
        </p:spPr>
        <p:txBody>
          <a:bodyPr/>
          <a:lstStyle/>
          <a:p>
            <a:pPr algn="ctr"/>
            <a:r>
              <a:rPr lang="en-US" dirty="0">
                <a:latin typeface="Times New Roman" panose="02020603050405020304" pitchFamily="18" charset="0"/>
                <a:cs typeface="Times New Roman" panose="02020603050405020304" pitchFamily="18" charset="0"/>
              </a:rPr>
              <a:t>Literature Survey</a:t>
            </a:r>
            <a:endParaRPr lang="en-US" dirty="0">
              <a:latin typeface="Times New Roman" panose="02020603050405020304" pitchFamily="18" charset="0"/>
              <a:cs typeface="Times New Roman" panose="02020603050405020304" pitchFamily="18" charset="0"/>
            </a:endParaRPr>
          </a:p>
        </p:txBody>
      </p:sp>
      <p:sp>
        <p:nvSpPr>
          <p:cNvPr id="10" name="Text Placeholder 9"/>
          <p:cNvSpPr>
            <a:spLocks noGrp="1"/>
          </p:cNvSpPr>
          <p:nvPr>
            <p:ph type="body" idx="2"/>
          </p:nvPr>
        </p:nvSpPr>
        <p:spPr>
          <a:xfrm>
            <a:off x="560438" y="1634099"/>
            <a:ext cx="11071123" cy="4683125"/>
          </a:xfrm>
        </p:spPr>
        <p:txBody>
          <a:bodyPr/>
          <a:lstStyle/>
          <a:p>
            <a:pPr marL="0" indent="0">
              <a:buNone/>
            </a:pPr>
            <a:r>
              <a:rPr lang="en-US" dirty="0"/>
              <a:t> </a:t>
            </a:r>
            <a:endParaRPr lang="en-US" dirty="0"/>
          </a:p>
        </p:txBody>
      </p:sp>
      <p:graphicFrame>
        <p:nvGraphicFramePr>
          <p:cNvPr id="2" name="Table 1"/>
          <p:cNvGraphicFramePr>
            <a:graphicFrameLocks noGrp="1"/>
          </p:cNvGraphicFramePr>
          <p:nvPr/>
        </p:nvGraphicFramePr>
        <p:xfrm>
          <a:off x="464185" y="1529080"/>
          <a:ext cx="11423650" cy="4683125"/>
        </p:xfrm>
        <a:graphic>
          <a:graphicData uri="http://schemas.openxmlformats.org/drawingml/2006/table">
            <a:tbl>
              <a:tblPr/>
              <a:tblGrid>
                <a:gridCol w="3786505"/>
                <a:gridCol w="3818255"/>
                <a:gridCol w="3818890"/>
              </a:tblGrid>
              <a:tr h="780521">
                <a:tc>
                  <a:txBody>
                    <a:bodyPr/>
                    <a:lstStyle/>
                    <a:p>
                      <a:pPr>
                        <a:buNone/>
                      </a:pPr>
                      <a:r>
                        <a:rPr lang="en-IN" b="1" dirty="0">
                          <a:latin typeface="Times New Roman" panose="02020603050405020304" pitchFamily="18" charset="0"/>
                          <a:cs typeface="Times New Roman" panose="02020603050405020304" pitchFamily="18" charset="0"/>
                        </a:rPr>
                        <a:t>Paper</a:t>
                      </a:r>
                      <a:endParaRPr lang="en-IN" b="1"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b="1" dirty="0">
                          <a:latin typeface="Times New Roman" panose="02020603050405020304" pitchFamily="18" charset="0"/>
                          <a:cs typeface="Times New Roman" panose="02020603050405020304" pitchFamily="18" charset="0"/>
                        </a:rPr>
                        <a:t>Contribution</a:t>
                      </a:r>
                      <a:endParaRPr lang="en-IN" b="1"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b="1" dirty="0">
                          <a:latin typeface="Times New Roman" panose="02020603050405020304" pitchFamily="18" charset="0"/>
                          <a:cs typeface="Times New Roman" panose="02020603050405020304" pitchFamily="18" charset="0"/>
                        </a:rPr>
                        <a:t>Limitation</a:t>
                      </a:r>
                      <a:endParaRPr lang="en-IN" b="1"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r>
              <a:tr h="780521">
                <a:tc>
                  <a:txBody>
                    <a:bodyPr/>
                    <a:lstStyle/>
                    <a:p>
                      <a:pPr>
                        <a:buNone/>
                      </a:pPr>
                      <a:r>
                        <a:rPr lang="en-US" altLang="en-US">
                          <a:latin typeface="Times New Roman" panose="02020603050405020304" pitchFamily="18" charset="0"/>
                          <a:cs typeface="Times New Roman" panose="02020603050405020304" pitchFamily="18" charset="0"/>
                        </a:rPr>
                        <a:t>Base Paper (IEEE ISACC 2025)</a:t>
                      </a:r>
                      <a:endParaRPr lang="en-US" alt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altLang="en-US">
                          <a:latin typeface="Times New Roman" panose="02020603050405020304" pitchFamily="18" charset="0"/>
                          <a:cs typeface="Times New Roman" panose="02020603050405020304" pitchFamily="18" charset="0"/>
                        </a:rPr>
                        <a:t>AI-enabled disaster management platform</a:t>
                      </a:r>
                      <a:endParaRPr lang="en-US" alt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altLang="en-US">
                          <a:latin typeface="Times New Roman" panose="02020603050405020304" pitchFamily="18" charset="0"/>
                          <a:cs typeface="Times New Roman" panose="02020603050405020304" pitchFamily="18" charset="0"/>
                        </a:rPr>
                        <a:t>No disaster verification or intelligent volunteer allocation</a:t>
                      </a:r>
                      <a:endParaRPr lang="en-US" alt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r>
              <a:tr h="780521">
                <a:tc>
                  <a:txBody>
                    <a:bodyPr/>
                    <a:lstStyle/>
                    <a:p>
                      <a:pPr>
                        <a:buNone/>
                      </a:pPr>
                      <a:r>
                        <a:rPr lang="en-US" altLang="en-US">
                          <a:latin typeface="Times New Roman" panose="02020603050405020304" pitchFamily="18" charset="0"/>
                          <a:cs typeface="Times New Roman" panose="02020603050405020304" pitchFamily="18" charset="0"/>
                        </a:rPr>
                        <a:t>Disaster Early Warning System</a:t>
                      </a:r>
                      <a:endParaRPr lang="en-US" alt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altLang="en-US">
                          <a:latin typeface="Times New Roman" panose="02020603050405020304" pitchFamily="18" charset="0"/>
                          <a:cs typeface="Times New Roman" panose="02020603050405020304" pitchFamily="18" charset="0"/>
                        </a:rPr>
                        <a:t>Real-time disaster prediction</a:t>
                      </a:r>
                      <a:endParaRPr lang="en-US" alt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altLang="en-US">
                          <a:latin typeface="Times New Roman" panose="02020603050405020304" pitchFamily="18" charset="0"/>
                          <a:cs typeface="Times New Roman" panose="02020603050405020304" pitchFamily="18" charset="0"/>
                        </a:rPr>
                        <a:t>Focuses only on early warning; no response management</a:t>
                      </a:r>
                      <a:endParaRPr lang="en-US" alt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r>
              <a:tr h="780521">
                <a:tc>
                  <a:txBody>
                    <a:bodyPr/>
                    <a:lstStyle/>
                    <a:p>
                      <a:pPr>
                        <a:buNone/>
                      </a:pPr>
                      <a:r>
                        <a:rPr lang="en-US" altLang="en-US">
                          <a:latin typeface="Times New Roman" panose="02020603050405020304" pitchFamily="18" charset="0"/>
                          <a:cs typeface="Times New Roman" panose="02020603050405020304" pitchFamily="18" charset="0"/>
                        </a:rPr>
                        <a:t>GIS-Based Disaster Management</a:t>
                      </a:r>
                      <a:endParaRPr lang="en-US" alt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altLang="en-US">
                          <a:latin typeface="Times New Roman" panose="02020603050405020304" pitchFamily="18" charset="0"/>
                          <a:cs typeface="Times New Roman" panose="02020603050405020304" pitchFamily="18" charset="0"/>
                        </a:rPr>
                        <a:t>Real-time mapping and evacuation support</a:t>
                      </a:r>
                      <a:endParaRPr lang="en-US" alt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altLang="en-US">
                          <a:latin typeface="Times New Roman" panose="02020603050405020304" pitchFamily="18" charset="0"/>
                          <a:cs typeface="Times New Roman" panose="02020603050405020304" pitchFamily="18" charset="0"/>
                        </a:rPr>
                        <a:t>No disaster authenticity verification</a:t>
                      </a:r>
                      <a:endParaRPr lang="en-US" alt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r>
              <a:tr h="780521">
                <a:tc>
                  <a:txBody>
                    <a:bodyPr/>
                    <a:lstStyle/>
                    <a:p>
                      <a:pPr>
                        <a:buNone/>
                      </a:pPr>
                      <a:r>
                        <a:rPr lang="en-US" altLang="en-US">
                          <a:latin typeface="Times New Roman" panose="02020603050405020304" pitchFamily="18" charset="0"/>
                          <a:cs typeface="Times New Roman" panose="02020603050405020304" pitchFamily="18" charset="0"/>
                        </a:rPr>
                        <a:t>Volunteer Coordination System</a:t>
                      </a:r>
                      <a:endParaRPr lang="en-US" alt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altLang="en-US">
                          <a:latin typeface="Times New Roman" panose="02020603050405020304" pitchFamily="18" charset="0"/>
                          <a:cs typeface="Times New Roman" panose="02020603050405020304" pitchFamily="18" charset="0"/>
                        </a:rPr>
                        <a:t>Volunteer registration and communication</a:t>
                      </a:r>
                      <a:endParaRPr lang="en-US" alt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altLang="en-US">
                          <a:latin typeface="Times New Roman" panose="02020603050405020304" pitchFamily="18" charset="0"/>
                          <a:cs typeface="Times New Roman" panose="02020603050405020304" pitchFamily="18" charset="0"/>
                        </a:rPr>
                        <a:t>No intelligent volunteer ranking or allocation</a:t>
                      </a:r>
                      <a:endParaRPr lang="en-US" alt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r>
              <a:tr h="780521">
                <a:tc>
                  <a:txBody>
                    <a:bodyPr/>
                    <a:lstStyle/>
                    <a:p>
                      <a:pPr>
                        <a:buNone/>
                      </a:pPr>
                      <a:r>
                        <a:rPr lang="en-IN" dirty="0">
                          <a:latin typeface="Times New Roman" panose="02020603050405020304" pitchFamily="18" charset="0"/>
                          <a:cs typeface="Times New Roman" panose="02020603050405020304" pitchFamily="18" charset="0"/>
                        </a:rPr>
                        <a:t>Proposed Work</a:t>
                      </a:r>
                      <a:endParaRPr lang="en-IN"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altLang="en-US">
                          <a:latin typeface="Times New Roman" panose="02020603050405020304" pitchFamily="18" charset="0"/>
                          <a:cs typeface="Times New Roman" panose="02020603050405020304" pitchFamily="18" charset="0"/>
                        </a:rPr>
                        <a:t>MDVF + Severity Classification + Smart Volunteer Allocation</a:t>
                      </a:r>
                      <a:endParaRPr lang="en-US" alt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altLang="en-US" dirty="0">
                          <a:latin typeface="Times New Roman" panose="02020603050405020304" pitchFamily="18" charset="0"/>
                          <a:cs typeface="Times New Roman" panose="02020603050405020304" pitchFamily="18" charset="0"/>
                        </a:rPr>
                        <a:t>Comprehensive disaster verification and response framework</a:t>
                      </a:r>
                      <a:endParaRPr lang="en-US" altLang="en-US"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09600" y="235309"/>
            <a:ext cx="10972800" cy="1143000"/>
          </a:xfrm>
        </p:spPr>
        <p:txBody>
          <a:bodyPr/>
          <a:lstStyle/>
          <a:p>
            <a:pPr algn="ctr"/>
            <a:r>
              <a:rPr lang="en-US" dirty="0">
                <a:latin typeface="Times New Roman" panose="02020603050405020304" pitchFamily="18" charset="0"/>
                <a:cs typeface="Times New Roman" panose="02020603050405020304" pitchFamily="18" charset="0"/>
              </a:rPr>
              <a:t>Existing System</a:t>
            </a:r>
            <a:endParaRPr lang="en-US" dirty="0">
              <a:latin typeface="Times New Roman" panose="02020603050405020304" pitchFamily="18" charset="0"/>
              <a:cs typeface="Times New Roman" panose="02020603050405020304" pitchFamily="18" charset="0"/>
            </a:endParaRPr>
          </a:p>
        </p:txBody>
      </p:sp>
      <p:sp>
        <p:nvSpPr>
          <p:cNvPr id="10" name="Text Placeholder 9"/>
          <p:cNvSpPr>
            <a:spLocks noGrp="1"/>
          </p:cNvSpPr>
          <p:nvPr>
            <p:ph type="body" idx="2"/>
          </p:nvPr>
        </p:nvSpPr>
        <p:spPr>
          <a:xfrm>
            <a:off x="560705" y="1246505"/>
            <a:ext cx="11071225" cy="5611495"/>
          </a:xfrm>
        </p:spPr>
        <p:txBody>
          <a:bodyPr>
            <a:noAutofit/>
          </a:bodyPr>
          <a:lstStyle/>
          <a:p>
            <a:r>
              <a:rPr lang="en-US" altLang="en-US" sz="2400" b="1" dirty="0">
                <a:latin typeface="Times New Roman" panose="02020603050405020304" pitchFamily="18" charset="0"/>
                <a:cs typeface="Times New Roman" panose="02020603050405020304" pitchFamily="18" charset="0"/>
              </a:rPr>
              <a:t>Current Disaster Management System mainly focuses on</a:t>
            </a:r>
            <a:r>
              <a:rPr lang="en-IN" sz="2400" b="1" dirty="0">
                <a:latin typeface="Times New Roman" panose="02020603050405020304" pitchFamily="18" charset="0"/>
                <a:cs typeface="Times New Roman" panose="02020603050405020304" pitchFamily="18" charset="0"/>
              </a:rPr>
              <a:t>:</a:t>
            </a:r>
            <a:endParaRPr lang="en-IN" sz="2400" b="1"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Disaster Reporting</a:t>
            </a:r>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AI-Based Disaster Prediction</a:t>
            </a:r>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GIS-Based Monitoring</a:t>
            </a:r>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Resource Management</a:t>
            </a:r>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Emergency Communication</a:t>
            </a:r>
            <a:endParaRPr lang="en-US" altLang="en-US"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Existing System Limitations</a:t>
            </a:r>
            <a:endParaRPr lang="en-IN" sz="2400" b="1"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No disaster authenticity verification before resource allocation.</a:t>
            </a:r>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No Machine Learning-based disaster severity estimation.</a:t>
            </a:r>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No intelligent volunteer allocation mechanism.</a:t>
            </a:r>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Volunteer skills, distance, and availability are not considered.</a:t>
            </a:r>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Limited implementation and evaluation of AI-based decision-making.</a:t>
            </a: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09600" y="235309"/>
            <a:ext cx="10972800" cy="1143000"/>
          </a:xfrm>
        </p:spPr>
        <p:txBody>
          <a:bodyPr/>
          <a:lstStyle/>
          <a:p>
            <a:pPr algn="ctr"/>
            <a:r>
              <a:rPr lang="en-US" dirty="0">
                <a:latin typeface="Times New Roman" panose="02020603050405020304" pitchFamily="18" charset="0"/>
                <a:cs typeface="Times New Roman" panose="02020603050405020304" pitchFamily="18" charset="0"/>
              </a:rPr>
              <a:t>Advantages of Existing System</a:t>
            </a:r>
            <a:endParaRPr lang="en-US" dirty="0">
              <a:latin typeface="Times New Roman" panose="02020603050405020304" pitchFamily="18" charset="0"/>
              <a:cs typeface="Times New Roman" panose="02020603050405020304" pitchFamily="18" charset="0"/>
            </a:endParaRPr>
          </a:p>
        </p:txBody>
      </p:sp>
      <p:sp>
        <p:nvSpPr>
          <p:cNvPr id="10" name="Text Placeholder 9"/>
          <p:cNvSpPr>
            <a:spLocks noGrp="1"/>
          </p:cNvSpPr>
          <p:nvPr>
            <p:ph type="body" idx="2"/>
          </p:nvPr>
        </p:nvSpPr>
        <p:spPr>
          <a:xfrm>
            <a:off x="560438" y="1634099"/>
            <a:ext cx="11071123" cy="4683125"/>
          </a:xfrm>
        </p:spPr>
        <p:txBody>
          <a:bodyPr/>
          <a:lstStyle/>
          <a:p>
            <a:r>
              <a:rPr lang="en-US" altLang="en-US" dirty="0">
                <a:latin typeface="Times New Roman" panose="02020603050405020304" pitchFamily="18" charset="0"/>
                <a:cs typeface="Times New Roman" panose="02020603050405020304" pitchFamily="18" charset="0"/>
              </a:rPr>
              <a:t>AI-assisted disaster prediction and early warning.</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GIS-based real-time disaster monitoring.</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Efficient emergency resource management.</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Real-time communication among stakeholders.</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Supports disaster response and recovery operations.</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09600" y="235309"/>
            <a:ext cx="10972800" cy="1143000"/>
          </a:xfrm>
        </p:spPr>
        <p:txBody>
          <a:bodyPr/>
          <a:lstStyle/>
          <a:p>
            <a:pPr algn="ctr"/>
            <a:r>
              <a:rPr lang="en-US" dirty="0">
                <a:latin typeface="Times New Roman" panose="02020603050405020304" pitchFamily="18" charset="0"/>
                <a:cs typeface="Times New Roman" panose="02020603050405020304" pitchFamily="18" charset="0"/>
              </a:rPr>
              <a:t>Disadvantages of Existing System</a:t>
            </a:r>
            <a:endParaRPr lang="en-US" dirty="0">
              <a:latin typeface="Times New Roman" panose="02020603050405020304" pitchFamily="18" charset="0"/>
              <a:cs typeface="Times New Roman" panose="02020603050405020304" pitchFamily="18" charset="0"/>
            </a:endParaRPr>
          </a:p>
        </p:txBody>
      </p:sp>
      <p:sp>
        <p:nvSpPr>
          <p:cNvPr id="10" name="Text Placeholder 9"/>
          <p:cNvSpPr>
            <a:spLocks noGrp="1"/>
          </p:cNvSpPr>
          <p:nvPr>
            <p:ph type="body" idx="2"/>
          </p:nvPr>
        </p:nvSpPr>
        <p:spPr>
          <a:xfrm>
            <a:off x="560438" y="1634099"/>
            <a:ext cx="11071123" cy="4683125"/>
          </a:xfrm>
        </p:spPr>
        <p:txBody>
          <a:bodyPr/>
          <a:lstStyle/>
          <a:p>
            <a:r>
              <a:rPr lang="en-US" altLang="en-US" dirty="0">
                <a:latin typeface="Times New Roman" panose="02020603050405020304" pitchFamily="18" charset="0"/>
                <a:cs typeface="Times New Roman" panose="02020603050405020304" pitchFamily="18" charset="0"/>
              </a:rPr>
              <a:t>No mechanism to verify the authenticity of disaster reports before resource allocation.</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No Machine Learning-based disaster severity classification.</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No intelligent volunteer allocation mechanism.</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Volunteer skills are not considered during allocation.</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Volunteer distance and availability are not considered while assigning volunteers.</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09600" y="235309"/>
            <a:ext cx="10972800" cy="1143000"/>
          </a:xfrm>
        </p:spPr>
        <p:txBody>
          <a:bodyPr/>
          <a:lstStyle/>
          <a:p>
            <a:pPr algn="ctr"/>
            <a:r>
              <a:rPr lang="en-US" dirty="0">
                <a:latin typeface="Times New Roman" panose="02020603050405020304" pitchFamily="18" charset="0"/>
                <a:cs typeface="Times New Roman" panose="02020603050405020304" pitchFamily="18" charset="0"/>
              </a:rPr>
              <a:t>Proposed System</a:t>
            </a:r>
            <a:endParaRPr lang="en-US" dirty="0">
              <a:latin typeface="Times New Roman" panose="02020603050405020304" pitchFamily="18" charset="0"/>
              <a:cs typeface="Times New Roman" panose="02020603050405020304" pitchFamily="18" charset="0"/>
            </a:endParaRPr>
          </a:p>
        </p:txBody>
      </p:sp>
      <p:sp>
        <p:nvSpPr>
          <p:cNvPr id="10" name="Text Placeholder 9"/>
          <p:cNvSpPr>
            <a:spLocks noGrp="1"/>
          </p:cNvSpPr>
          <p:nvPr>
            <p:ph type="body" idx="2"/>
          </p:nvPr>
        </p:nvSpPr>
        <p:spPr>
          <a:xfrm>
            <a:off x="560438" y="1378309"/>
            <a:ext cx="11071123" cy="4938915"/>
          </a:xfrm>
        </p:spPr>
        <p:txBody>
          <a:bodyPr>
            <a:normAutofit/>
          </a:bodyPr>
          <a:lstStyle/>
          <a:p>
            <a:pPr marL="0" indent="0">
              <a:buNone/>
            </a:pPr>
            <a:r>
              <a:rPr lang="en-US" altLang="en-US" dirty="0">
                <a:latin typeface="Times New Roman" panose="02020603050405020304" pitchFamily="18" charset="0"/>
                <a:cs typeface="Times New Roman" panose="02020603050405020304" pitchFamily="18" charset="0"/>
              </a:rPr>
              <a:t>Our proposed framework extends the existing disaster management system by introducing three intelligent modules:</a:t>
            </a:r>
            <a:endParaRPr lang="en-US" altLang="en-US"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The proposed system includes:</a:t>
            </a:r>
            <a:endParaRPr lang="en-IN" b="1" u="sng"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Multi-Source Disaster Verification Framework (MDVF)</a:t>
            </a:r>
            <a:endParaRPr lang="en-US" altLang="en-US" dirty="0">
              <a:latin typeface="Times New Roman" panose="02020603050405020304" pitchFamily="18" charset="0"/>
              <a:cs typeface="Times New Roman" panose="02020603050405020304" pitchFamily="18" charset="0"/>
            </a:endParaRPr>
          </a:p>
          <a:p>
            <a:pPr marL="0" indent="457200">
              <a:buNone/>
            </a:pPr>
            <a:r>
              <a:rPr lang="en-US" altLang="en-US" sz="2600" i="1" dirty="0">
                <a:latin typeface="Times New Roman" panose="02020603050405020304" pitchFamily="18" charset="0"/>
                <a:cs typeface="Times New Roman" panose="02020603050405020304" pitchFamily="18" charset="0"/>
              </a:rPr>
              <a:t>Verifies disaster authenticity before resource allocation.</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Machine Learning-Based Disaster Severity Classification</a:t>
            </a:r>
            <a:endParaRPr lang="en-US" altLang="en-US" dirty="0">
              <a:latin typeface="Times New Roman" panose="02020603050405020304" pitchFamily="18" charset="0"/>
              <a:cs typeface="Times New Roman" panose="02020603050405020304" pitchFamily="18" charset="0"/>
            </a:endParaRPr>
          </a:p>
          <a:p>
            <a:pPr marL="0" indent="457200">
              <a:buNone/>
            </a:pPr>
            <a:r>
              <a:rPr lang="en-US" altLang="en-US" sz="2600" i="1" dirty="0">
                <a:latin typeface="Times New Roman" panose="02020603050405020304" pitchFamily="18" charset="0"/>
                <a:cs typeface="Times New Roman" panose="02020603050405020304" pitchFamily="18" charset="0"/>
              </a:rPr>
              <a:t>Predicts disaster severity and resource requirements.</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Smart Volunteer Allocation Engine</a:t>
            </a:r>
            <a:endParaRPr lang="en-US" altLang="en-US" dirty="0">
              <a:latin typeface="Times New Roman" panose="02020603050405020304" pitchFamily="18" charset="0"/>
              <a:cs typeface="Times New Roman" panose="02020603050405020304" pitchFamily="18" charset="0"/>
            </a:endParaRPr>
          </a:p>
          <a:p>
            <a:pPr marL="0" indent="457200">
              <a:buNone/>
            </a:pPr>
            <a:r>
              <a:rPr lang="en-US" altLang="en-US" sz="2600" i="1" dirty="0">
                <a:latin typeface="Times New Roman" panose="02020603050405020304" pitchFamily="18" charset="0"/>
                <a:cs typeface="Times New Roman" panose="02020603050405020304" pitchFamily="18" charset="0"/>
              </a:rPr>
              <a:t>Ranks volunteers based on skill, distance, and availability.</a:t>
            </a:r>
            <a:endParaRPr lang="en-US" alt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09600" y="235309"/>
            <a:ext cx="10972800" cy="1143000"/>
          </a:xfrm>
        </p:spPr>
        <p:txBody>
          <a:bodyPr/>
          <a:lstStyle/>
          <a:p>
            <a:pPr algn="ctr"/>
            <a:r>
              <a:rPr lang="en-US" dirty="0">
                <a:latin typeface="Times New Roman" panose="02020603050405020304" pitchFamily="18" charset="0"/>
                <a:cs typeface="Times New Roman" panose="02020603050405020304" pitchFamily="18" charset="0"/>
              </a:rPr>
              <a:t>Advantages of Proposed System</a:t>
            </a:r>
            <a:endParaRPr lang="en-US" dirty="0">
              <a:latin typeface="Times New Roman" panose="02020603050405020304" pitchFamily="18" charset="0"/>
              <a:cs typeface="Times New Roman" panose="02020603050405020304" pitchFamily="18" charset="0"/>
            </a:endParaRPr>
          </a:p>
        </p:txBody>
      </p:sp>
      <p:sp>
        <p:nvSpPr>
          <p:cNvPr id="10" name="Text Placeholder 9"/>
          <p:cNvSpPr>
            <a:spLocks noGrp="1"/>
          </p:cNvSpPr>
          <p:nvPr>
            <p:ph type="body" idx="2"/>
          </p:nvPr>
        </p:nvSpPr>
        <p:spPr>
          <a:xfrm>
            <a:off x="560438" y="1634099"/>
            <a:ext cx="11071123" cy="4683125"/>
          </a:xfrm>
        </p:spPr>
        <p:txBody>
          <a:bodyPr/>
          <a:lstStyle/>
          <a:p>
            <a:r>
              <a:rPr lang="en-US" altLang="en-US" dirty="0">
                <a:latin typeface="Times New Roman" panose="02020603050405020304" pitchFamily="18" charset="0"/>
                <a:cs typeface="Times New Roman" panose="02020603050405020304" pitchFamily="18" charset="0"/>
              </a:rPr>
              <a:t>Verifies disaster reports before resource allocation.</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Reduces false disaster reporting and resource wastage.</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Predicts disaster severity for effective resource planning.</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Intelligently allocates volunteers based on skill, distance, and availability.</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Improves emergency response time and volunteer utilization.</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Provides a reliable and scalable disaster response framework.</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09600" y="235309"/>
            <a:ext cx="10972800" cy="1143000"/>
          </a:xfrm>
        </p:spPr>
        <p:txBody>
          <a:bodyPr/>
          <a:lstStyle/>
          <a:p>
            <a:pPr algn="ctr"/>
            <a:r>
              <a:rPr lang="en-US" dirty="0">
                <a:latin typeface="Times New Roman" panose="02020603050405020304" pitchFamily="18" charset="0"/>
                <a:cs typeface="Times New Roman" panose="02020603050405020304" pitchFamily="18" charset="0"/>
              </a:rPr>
              <a:t>Disadvantages of Proposed System</a:t>
            </a:r>
            <a:endParaRPr lang="en-US" dirty="0">
              <a:latin typeface="Times New Roman" panose="02020603050405020304" pitchFamily="18" charset="0"/>
              <a:cs typeface="Times New Roman" panose="02020603050405020304" pitchFamily="18" charset="0"/>
            </a:endParaRPr>
          </a:p>
        </p:txBody>
      </p:sp>
      <p:sp>
        <p:nvSpPr>
          <p:cNvPr id="10" name="Text Placeholder 9"/>
          <p:cNvSpPr>
            <a:spLocks noGrp="1"/>
          </p:cNvSpPr>
          <p:nvPr>
            <p:ph type="body" idx="2"/>
          </p:nvPr>
        </p:nvSpPr>
        <p:spPr>
          <a:xfrm>
            <a:off x="560438" y="1634099"/>
            <a:ext cx="11071123" cy="4683125"/>
          </a:xfrm>
        </p:spPr>
        <p:txBody>
          <a:bodyPr/>
          <a:lstStyle/>
          <a:p>
            <a:r>
              <a:rPr lang="en-US" altLang="en-US" dirty="0">
                <a:latin typeface="Times New Roman" panose="02020603050405020304" pitchFamily="18" charset="0"/>
                <a:cs typeface="Times New Roman" panose="02020603050405020304" pitchFamily="18" charset="0"/>
              </a:rPr>
              <a:t>Requires sufficient disaster and volunteer data for effective model training.</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Prediction accuracy depends on the quality and availability of input data.</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Multi-source verification may increase processing time in some scenarios.</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Requires continuous model updates to adapt to changing disaster patterns.</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Deployment at large scale requires reliable network and computing infrastructure.</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09600" y="235309"/>
            <a:ext cx="10972800" cy="1143000"/>
          </a:xfrm>
        </p:spPr>
        <p:txBody>
          <a:bodyPr/>
          <a:lstStyle/>
          <a:p>
            <a:pPr algn="ctr"/>
            <a:r>
              <a:rPr lang="en-US" dirty="0">
                <a:latin typeface="Times New Roman" panose="02020603050405020304" pitchFamily="18" charset="0"/>
                <a:cs typeface="Times New Roman" panose="02020603050405020304" pitchFamily="18" charset="0"/>
              </a:rPr>
              <a:t>Flow diagram </a:t>
            </a:r>
            <a:endParaRPr lang="en-US" dirty="0">
              <a:latin typeface="Times New Roman" panose="02020603050405020304" pitchFamily="18" charset="0"/>
              <a:cs typeface="Times New Roman" panose="02020603050405020304" pitchFamily="18" charset="0"/>
            </a:endParaRPr>
          </a:p>
        </p:txBody>
      </p:sp>
      <p:sp>
        <p:nvSpPr>
          <p:cNvPr id="10" name="Text Placeholder 9"/>
          <p:cNvSpPr>
            <a:spLocks noGrp="1"/>
          </p:cNvSpPr>
          <p:nvPr>
            <p:ph type="body" idx="2"/>
          </p:nvPr>
        </p:nvSpPr>
        <p:spPr>
          <a:xfrm>
            <a:off x="2450969" y="1378309"/>
            <a:ext cx="7290061" cy="4977353"/>
          </a:xfrm>
        </p:spPr>
        <p:txBody>
          <a:bodyPr>
            <a:noAutofit/>
          </a:bodyPr>
          <a:lstStyle/>
          <a:p>
            <a:pPr marL="0" indent="0" algn="ctr">
              <a:buNone/>
            </a:pPr>
            <a:r>
              <a:rPr lang="en-US" altLang="en-US" sz="1700" dirty="0">
                <a:latin typeface="Times New Roman" panose="02020603050405020304" pitchFamily="18" charset="0"/>
                <a:cs typeface="Times New Roman" panose="02020603050405020304" pitchFamily="18" charset="0"/>
              </a:rPr>
              <a:t>Citizen Reports</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Disaster</a:t>
            </a:r>
            <a:endParaRPr lang="en-US" altLang="en-US" sz="1700" dirty="0">
              <a:latin typeface="Times New Roman" panose="02020603050405020304" pitchFamily="18" charset="0"/>
              <a:cs typeface="Times New Roman" panose="02020603050405020304" pitchFamily="18" charset="0"/>
            </a:endParaRPr>
          </a:p>
          <a:p>
            <a:pPr marL="0" indent="0" algn="ctr">
              <a:buNone/>
            </a:pPr>
            <a:r>
              <a:rPr lang="en-US" altLang="en-US" sz="1700" dirty="0">
                <a:latin typeface="Times New Roman" panose="02020603050405020304" pitchFamily="18" charset="0"/>
                <a:cs typeface="Times New Roman" panose="02020603050405020304" pitchFamily="18" charset="0"/>
              </a:rPr>
              <a:t>        ↓</a:t>
            </a:r>
            <a:endParaRPr lang="en-US" altLang="en-US" sz="1700" dirty="0">
              <a:latin typeface="Times New Roman" panose="02020603050405020304" pitchFamily="18" charset="0"/>
              <a:cs typeface="Times New Roman" panose="02020603050405020304" pitchFamily="18" charset="0"/>
            </a:endParaRPr>
          </a:p>
          <a:p>
            <a:pPr marL="0" indent="0" algn="ctr">
              <a:buNone/>
            </a:pPr>
            <a:r>
              <a:rPr lang="en-US" altLang="en-US" sz="1700" dirty="0">
                <a:latin typeface="Times New Roman" panose="02020603050405020304" pitchFamily="18" charset="0"/>
                <a:cs typeface="Times New Roman" panose="02020603050405020304" pitchFamily="18" charset="0"/>
              </a:rPr>
              <a:t>Evidence</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Validation</a:t>
            </a:r>
            <a:endParaRPr lang="en-US" altLang="en-US" sz="1700" dirty="0">
              <a:latin typeface="Times New Roman" panose="02020603050405020304" pitchFamily="18" charset="0"/>
              <a:cs typeface="Times New Roman" panose="02020603050405020304" pitchFamily="18" charset="0"/>
            </a:endParaRPr>
          </a:p>
          <a:p>
            <a:pPr marL="0" indent="0" algn="ctr">
              <a:buNone/>
            </a:pPr>
            <a:r>
              <a:rPr lang="en-US" altLang="en-US" sz="1700" dirty="0">
                <a:latin typeface="Times New Roman" panose="02020603050405020304" pitchFamily="18" charset="0"/>
                <a:cs typeface="Times New Roman" panose="02020603050405020304" pitchFamily="18" charset="0"/>
              </a:rPr>
              <a:t>        ↓</a:t>
            </a:r>
            <a:endParaRPr lang="en-US" altLang="en-US" sz="1700" dirty="0">
              <a:latin typeface="Times New Roman" panose="02020603050405020304" pitchFamily="18" charset="0"/>
              <a:cs typeface="Times New Roman" panose="02020603050405020304" pitchFamily="18" charset="0"/>
            </a:endParaRPr>
          </a:p>
          <a:p>
            <a:pPr marL="0" indent="0" algn="ctr">
              <a:buNone/>
            </a:pPr>
            <a:r>
              <a:rPr lang="en-US" altLang="en-US" sz="1700" dirty="0">
                <a:latin typeface="Times New Roman" panose="02020603050405020304" pitchFamily="18" charset="0"/>
                <a:cs typeface="Times New Roman" panose="02020603050405020304" pitchFamily="18" charset="0"/>
              </a:rPr>
              <a:t>Multi-Source</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Disaster Verification</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(MDVF)</a:t>
            </a:r>
            <a:endParaRPr lang="en-US" altLang="en-US" sz="1700" dirty="0">
              <a:latin typeface="Times New Roman" panose="02020603050405020304" pitchFamily="18" charset="0"/>
              <a:cs typeface="Times New Roman" panose="02020603050405020304" pitchFamily="18" charset="0"/>
            </a:endParaRPr>
          </a:p>
          <a:p>
            <a:pPr marL="0" indent="0" algn="ctr">
              <a:buNone/>
            </a:pPr>
            <a:r>
              <a:rPr lang="en-US" altLang="en-US" sz="1700" dirty="0">
                <a:latin typeface="Times New Roman" panose="02020603050405020304" pitchFamily="18" charset="0"/>
                <a:cs typeface="Times New Roman" panose="02020603050405020304" pitchFamily="18" charset="0"/>
              </a:rPr>
              <a:t>        ↓</a:t>
            </a:r>
            <a:endParaRPr lang="en-US" altLang="en-US" sz="1700" dirty="0">
              <a:latin typeface="Times New Roman" panose="02020603050405020304" pitchFamily="18" charset="0"/>
              <a:cs typeface="Times New Roman" panose="02020603050405020304" pitchFamily="18" charset="0"/>
            </a:endParaRPr>
          </a:p>
          <a:p>
            <a:pPr marL="0" indent="0" algn="ctr">
              <a:buNone/>
            </a:pPr>
            <a:r>
              <a:rPr lang="en-US" altLang="en-US" sz="1700" dirty="0">
                <a:latin typeface="Times New Roman" panose="02020603050405020304" pitchFamily="18" charset="0"/>
                <a:cs typeface="Times New Roman" panose="02020603050405020304" pitchFamily="18" charset="0"/>
              </a:rPr>
              <a:t>ML-Based Severity</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Classification</a:t>
            </a:r>
            <a:endParaRPr lang="en-US" altLang="en-US" sz="1700" dirty="0">
              <a:latin typeface="Times New Roman" panose="02020603050405020304" pitchFamily="18" charset="0"/>
              <a:cs typeface="Times New Roman" panose="02020603050405020304" pitchFamily="18" charset="0"/>
            </a:endParaRPr>
          </a:p>
          <a:p>
            <a:pPr marL="0" indent="0" algn="ctr">
              <a:buNone/>
            </a:pPr>
            <a:r>
              <a:rPr lang="en-US" altLang="en-US" sz="1700" dirty="0">
                <a:latin typeface="Times New Roman" panose="02020603050405020304" pitchFamily="18" charset="0"/>
                <a:cs typeface="Times New Roman" panose="02020603050405020304" pitchFamily="18" charset="0"/>
              </a:rPr>
              <a:t>        ↓</a:t>
            </a:r>
            <a:endParaRPr lang="en-US" altLang="en-US" sz="1700" dirty="0">
              <a:latin typeface="Times New Roman" panose="02020603050405020304" pitchFamily="18" charset="0"/>
              <a:cs typeface="Times New Roman" panose="02020603050405020304" pitchFamily="18" charset="0"/>
            </a:endParaRPr>
          </a:p>
          <a:p>
            <a:pPr marL="0" indent="0" algn="ctr">
              <a:buNone/>
            </a:pPr>
            <a:r>
              <a:rPr lang="en-US" altLang="en-US" sz="1700" dirty="0">
                <a:latin typeface="Times New Roman" panose="02020603050405020304" pitchFamily="18" charset="0"/>
                <a:cs typeface="Times New Roman" panose="02020603050405020304" pitchFamily="18" charset="0"/>
              </a:rPr>
              <a:t>Smart Volunteer</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Allocation</a:t>
            </a:r>
            <a:endParaRPr lang="en-US" altLang="en-US" sz="1700" dirty="0">
              <a:latin typeface="Times New Roman" panose="02020603050405020304" pitchFamily="18" charset="0"/>
              <a:cs typeface="Times New Roman" panose="02020603050405020304" pitchFamily="18" charset="0"/>
            </a:endParaRPr>
          </a:p>
          <a:p>
            <a:pPr marL="0" indent="0" algn="ctr">
              <a:buNone/>
            </a:pPr>
            <a:r>
              <a:rPr lang="en-US" altLang="en-US" sz="1700" dirty="0">
                <a:latin typeface="Times New Roman" panose="02020603050405020304" pitchFamily="18" charset="0"/>
                <a:cs typeface="Times New Roman" panose="02020603050405020304" pitchFamily="18" charset="0"/>
              </a:rPr>
              <a:t>        ↓</a:t>
            </a:r>
            <a:endParaRPr lang="en-US" altLang="en-US" sz="1700" dirty="0">
              <a:latin typeface="Times New Roman" panose="02020603050405020304" pitchFamily="18" charset="0"/>
              <a:cs typeface="Times New Roman" panose="02020603050405020304" pitchFamily="18" charset="0"/>
            </a:endParaRPr>
          </a:p>
          <a:p>
            <a:pPr marL="0" indent="0" algn="ctr">
              <a:buNone/>
            </a:pPr>
            <a:r>
              <a:rPr lang="en-US" altLang="en-US" sz="1700" dirty="0">
                <a:latin typeface="Times New Roman" panose="02020603050405020304" pitchFamily="18" charset="0"/>
                <a:cs typeface="Times New Roman" panose="02020603050405020304" pitchFamily="18" charset="0"/>
              </a:rPr>
              <a:t>Volunteer</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Notification</a:t>
            </a:r>
            <a:endParaRPr lang="en-US" altLang="en-US" sz="1700" dirty="0">
              <a:latin typeface="Times New Roman" panose="02020603050405020304" pitchFamily="18" charset="0"/>
              <a:cs typeface="Times New Roman" panose="02020603050405020304" pitchFamily="18" charset="0"/>
            </a:endParaRPr>
          </a:p>
          <a:p>
            <a:pPr marL="0" indent="0" algn="ctr">
              <a:buNone/>
            </a:pPr>
            <a:r>
              <a:rPr lang="en-US" altLang="en-US" sz="1700" dirty="0">
                <a:latin typeface="Times New Roman" panose="02020603050405020304" pitchFamily="18" charset="0"/>
                <a:cs typeface="Times New Roman" panose="02020603050405020304" pitchFamily="18" charset="0"/>
              </a:rPr>
              <a:t>        ↓</a:t>
            </a:r>
            <a:endParaRPr lang="en-US" altLang="en-US" sz="1700" dirty="0">
              <a:latin typeface="Times New Roman" panose="02020603050405020304" pitchFamily="18" charset="0"/>
              <a:cs typeface="Times New Roman" panose="02020603050405020304" pitchFamily="18" charset="0"/>
            </a:endParaRPr>
          </a:p>
          <a:p>
            <a:pPr marL="0" indent="0" algn="ctr">
              <a:buNone/>
            </a:pPr>
            <a:r>
              <a:rPr lang="en-US" altLang="en-US" sz="1700" dirty="0">
                <a:latin typeface="Times New Roman" panose="02020603050405020304" pitchFamily="18" charset="0"/>
                <a:cs typeface="Times New Roman" panose="02020603050405020304" pitchFamily="18" charset="0"/>
              </a:rPr>
              <a:t>Disaster Response &amp;</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Monitoring</a:t>
            </a:r>
            <a:endParaRPr lang="en-US" altLang="en-US" sz="17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4925</Words>
  <Application>WPS Presentation</Application>
  <PresentationFormat>Widescreen</PresentationFormat>
  <Paragraphs>146</Paragraphs>
  <Slides>11</Slides>
  <Notes>1</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11</vt:i4>
      </vt:variant>
    </vt:vector>
  </HeadingPairs>
  <TitlesOfParts>
    <vt:vector size="23" baseType="lpstr">
      <vt:lpstr>Arial</vt:lpstr>
      <vt:lpstr>SimSun</vt:lpstr>
      <vt:lpstr>Wingdings</vt:lpstr>
      <vt:lpstr>Calibri</vt:lpstr>
      <vt:lpstr>Arial</vt:lpstr>
      <vt:lpstr>Times New Roman</vt:lpstr>
      <vt:lpstr>Microsoft YaHei</vt:lpstr>
      <vt:lpstr>Arial Unicode MS</vt:lpstr>
      <vt:lpstr>Calibri Light</vt:lpstr>
      <vt:lpstr>Calibri</vt:lpstr>
      <vt:lpstr>Office Theme</vt:lpstr>
      <vt:lpstr>1_Office Theme</vt:lpstr>
      <vt:lpstr>Dynamic Learning Betweenness and Agency Preservation in AI-Augmented Higher Education Using Human–AI Co-Creation Networks Under the Guidance of  K. Priyanka </vt:lpstr>
      <vt:lpstr>Abstract</vt:lpstr>
      <vt:lpstr>Base paper</vt:lpstr>
      <vt:lpstr>Literature Survey</vt:lpstr>
      <vt:lpstr>Existing System</vt:lpstr>
      <vt:lpstr>Advantages of Existing System</vt:lpstr>
      <vt:lpstr>Disadvantages of Existing System</vt:lpstr>
      <vt:lpstr>Proposed System</vt:lpstr>
      <vt:lpstr>Advantages of Proposed System</vt:lpstr>
      <vt:lpstr>Disadvantages of Proposed System</vt:lpstr>
      <vt:lpstr>Flow diagram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kirankumar99511@outlook.com</dc:creator>
  <cp:lastModifiedBy>Mahipal Official</cp:lastModifiedBy>
  <cp:revision>7</cp:revision>
  <dcterms:created xsi:type="dcterms:W3CDTF">2026-07-23T09:24:00Z</dcterms:created>
  <dcterms:modified xsi:type="dcterms:W3CDTF">2026-08-04T05:19:38Z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0794E5D7950B4B6AB1544EF79DDBD941_13</vt:lpwstr>
  </property>
</Properties>
</file>